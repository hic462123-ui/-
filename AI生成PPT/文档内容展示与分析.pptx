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4" r:id="rId4"/>
  </p:sldMasterIdLst>
  <p:notesMasterIdLst>
    <p:notesMasterId r:id="rId15"/>
  </p:notesMasterIdLst>
  <p:sldIdLst>
    <p:sldId id="260" r:id="rId5"/>
    <p:sldId id="261" r:id="rId6"/>
    <p:sldId id="262" r:id="rId7"/>
    <p:sldId id="270" r:id="rId8"/>
    <p:sldId id="271" r:id="rId9"/>
    <p:sldId id="265" r:id="rId10"/>
    <p:sldId id="266" r:id="rId11"/>
    <p:sldId id="272" r:id="rId12"/>
    <p:sldId id="268" r:id="rId13"/>
    <p:sldId id="269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8" Type="http://schemas.openxmlformats.org/officeDocument/2006/relationships/tags" Target="../tags/tag114.xml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4" Type="http://schemas.openxmlformats.org/officeDocument/2006/relationships/tags" Target="../tags/tag198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20XX YEAR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
添加文档标题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BY WPS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单击此处添加章节标题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谢谢观看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15748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idx="16392" hasCustomPrompt="1"/>
            <p:custDataLst>
              <p:tags r:id="rId5"/>
            </p:custDataLst>
          </p:nvPr>
        </p:nvSpPr>
        <p:spPr>
          <a:xfrm>
            <a:off x="19304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160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7" hasCustomPrompt="1"/>
            <p:custDataLst>
              <p:tags r:id="rId9"/>
            </p:custDataLst>
          </p:nvPr>
        </p:nvSpPr>
        <p:spPr>
          <a:xfrm>
            <a:off x="53340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56896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7752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7752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0932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94488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4089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648200"/>
            <a:ext cx="264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3149600" y="15240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3454400" y="18288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3454400" y="23876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3149600" y="31496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609600" y="31496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54400" y="34544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454400" y="40132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3149600" y="47752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609600" y="47752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454400" y="50800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3454400" y="56388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3" Type="http://schemas.openxmlformats.org/officeDocument/2006/relationships/theme" Target="../theme/theme2.xml"/><Relationship Id="rId22" Type="http://schemas.openxmlformats.org/officeDocument/2006/relationships/tags" Target="../tags/tag137.xml"/><Relationship Id="rId21" Type="http://schemas.openxmlformats.org/officeDocument/2006/relationships/tags" Target="../tags/tag136.xml"/><Relationship Id="rId20" Type="http://schemas.openxmlformats.org/officeDocument/2006/relationships/tags" Target="../tags/tag135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15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tags" Target="../tags/tag21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image" Target="../media/image1.jpeg"/><Relationship Id="rId2" Type="http://schemas.openxmlformats.org/officeDocument/2006/relationships/tags" Target="../tags/tag226.xml"/><Relationship Id="rId11" Type="http://schemas.openxmlformats.org/officeDocument/2006/relationships/slideLayout" Target="../slideLayouts/slideLayout26.xml"/><Relationship Id="rId10" Type="http://schemas.openxmlformats.org/officeDocument/2006/relationships/tags" Target="../tags/tag233.xml"/><Relationship Id="rId1" Type="http://schemas.openxmlformats.org/officeDocument/2006/relationships/tags" Target="../tags/tag2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image" Target="../media/image2.jpeg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8" Type="http://schemas.openxmlformats.org/officeDocument/2006/relationships/slideLayout" Target="../slideLayouts/slideLayout27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image" Target="../media/image4.jpeg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tags" Target="../tags/tag23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4" Type="http://schemas.openxmlformats.org/officeDocument/2006/relationships/slideLayout" Target="../slideLayouts/slideLayout28.xml"/><Relationship Id="rId23" Type="http://schemas.openxmlformats.org/officeDocument/2006/relationships/tags" Target="../tags/tag267.xml"/><Relationship Id="rId22" Type="http://schemas.openxmlformats.org/officeDocument/2006/relationships/tags" Target="../tags/tag266.xml"/><Relationship Id="rId21" Type="http://schemas.openxmlformats.org/officeDocument/2006/relationships/tags" Target="../tags/tag265.xml"/><Relationship Id="rId20" Type="http://schemas.openxmlformats.org/officeDocument/2006/relationships/image" Target="../media/image10.svg"/><Relationship Id="rId2" Type="http://schemas.openxmlformats.org/officeDocument/2006/relationships/tags" Target="../tags/tag252.xml"/><Relationship Id="rId19" Type="http://schemas.openxmlformats.org/officeDocument/2006/relationships/image" Target="../media/image9.png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5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image" Target="../media/image11.jpeg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8" Type="http://schemas.openxmlformats.org/officeDocument/2006/relationships/slideLayout" Target="../slideLayouts/slideLayout29.xml"/><Relationship Id="rId17" Type="http://schemas.openxmlformats.org/officeDocument/2006/relationships/tags" Target="../tags/tag281.xml"/><Relationship Id="rId16" Type="http://schemas.openxmlformats.org/officeDocument/2006/relationships/tags" Target="../tags/tag280.xml"/><Relationship Id="rId15" Type="http://schemas.openxmlformats.org/officeDocument/2006/relationships/tags" Target="../tags/tag279.xml"/><Relationship Id="rId14" Type="http://schemas.openxmlformats.org/officeDocument/2006/relationships/image" Target="../media/image13.jpeg"/><Relationship Id="rId13" Type="http://schemas.openxmlformats.org/officeDocument/2006/relationships/tags" Target="../tags/tag278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tags" Target="../tags/tag26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2026/04/10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文档内容展示与分析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汇报人：卡夫卡的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装饰  8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文档概述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1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内容分析与探讨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总结与展望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文档概述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文档基本信息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内容占位符 2" descr="ed5caaa2-34be-11f1-a40a-fea70af3bd15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361" b="2361"/>
          <a:stretch>
            <a:fillRect/>
          </a:stretch>
        </p:blipFill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文档名称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当前文档名称为“docer_select_pdf_content”，名称中未体现具体业务或主题信息。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文档类型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文档类型已明确为PDF格式，属于可编辑或只读的电子文档类型。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内容状态提示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因参考资料内容为空，文档具体内容暂未获取，需补充实际文档内容后完善信息。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文档核心内容简介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4" name="图片占位符 3" descr="ee0bd269-34be-11f1-bfed-ba0bb9e0e4b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725" r="725"/>
          <a:stretch>
            <a:fillRect/>
          </a:stretch>
        </p:blipFill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核心主题方向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由于文档内容缺失，核心主题暂无法明确，可能涉及办公文档、数据报告、学术资料等多种方向。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8" name="图片占位符 7" descr="ee0bd378-34be-11f1-bfed-ba0bb9e0e4b6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r="24815" b="23709"/>
          <a:stretch>
            <a:fillRect/>
          </a:stretch>
        </p:blipFill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内容完整性说明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当前文档内容为空，无法提取关键论点、数据或案例，需补充完整文档后进行内容分析。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2" name="图片占位符 11" descr="ee0bd37f-34be-11f1-bfed-ba0bb9e0e4b6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1867" b="1867"/>
          <a:stretch>
            <a:fillRect/>
          </a:stretch>
        </p:blipFill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后续处理建议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建议上传包含实际内容的文档，以便进一步解析核心内容并生成结构化的PPT展示材料。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内容分析与探讨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潜在内容模块划分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装饰  7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9" name="图片占位符 18"/>
          <p:cNvPicPr/>
          <p:nvPr>
            <p:ph type="pic" idx="16392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0400" y="2565400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理论知识模块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 lnSpcReduction="10000"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可能涵盖相关领域的基础概念、原理框架及学术研究成果，为文档提供理论支撑。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1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2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8" name="图片占位符 17"/>
          <p:cNvPicPr/>
          <p:nvPr>
            <p:ph type="pic" idx="16395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89600" y="2565400"/>
            <a:ext cx="812800" cy="8128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案例分析模块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包含实际应用场景中的具体案例，通过对案例的剖析展示理论在实践中的应用。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6"/>
          <p:cNvSpPr>
            <a:spLocks noGrp="1"/>
          </p:cNvSpPr>
          <p:nvPr>
            <p:ph type="body" idx="16399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7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20" name="图片占位符 19"/>
          <p:cNvPicPr/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48800" y="2565400"/>
            <a:ext cx="812800" cy="81280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数据统计模块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可能涉及相关数据的收集、整理与分析，以数据形式直观呈现研究对象的特征与趋势。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内容价值与意义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4" name="图片占位符 3" descr="efd64d6f-34be-11f1-bb3d-d60e8b13c49f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245" b="3245"/>
          <a:stretch>
            <a:fillRect/>
          </a:stretch>
        </p:blipFill>
        <p:spPr>
          <a:xfrm>
            <a:off x="609600" y="15240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知识传递价值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能够将专业知识、经验等传递给读者，帮助读者快速获取相关领域的信息。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8" name="图片占位符 7" descr="efd64f0f-34be-11f1-bb3d-d60e8b13c49f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245" b="3245"/>
          <a:stretch>
            <a:fillRect/>
          </a:stretch>
        </p:blipFill>
        <p:spPr>
          <a:xfrm>
            <a:off x="609600" y="31496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实践指导意义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为实际工作或问题解决提供思路和方法，具有较强的现实应用指导作用。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2" name="图片占位符 11" descr="efd65114-34be-11f1-bb3d-d60e8b13c49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245" b="3245"/>
          <a:stretch>
            <a:fillRect/>
          </a:stretch>
        </p:blipFill>
        <p:spPr>
          <a:xfrm>
            <a:off x="609600" y="47752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研究参考意义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可作为相关领域进一步研究的参考资料，为后续研究提供基础和方向。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总结与展望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谢谢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3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4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7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6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8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13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13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137.xml><?xml version="1.0" encoding="utf-8"?>
<p:tagLst xmlns:p="http://schemas.openxmlformats.org/presentationml/2006/main">
  <p:tag name="KSO_WM_AITEMPLATE_STYLE_ID" val="69796640259"/>
</p:tagLst>
</file>

<file path=ppt/tags/tag1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e30eab060b62cf4aa00e5a8c18b8de2c18cef15"/>
  <p:tag name="KSO_WM_NEWLAYOUT_GROUP_ID" val="layout_1-5"/>
  <p:tag name="KSO_WM_NEWLAYOUT_ID" val="slide_063b19861dc0a508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4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e4e4c59852f693bb0020bc4dcdd08f9db6942fa"/>
  <p:tag name="KSO_WM_NEWLAYOUT_GROUP_ID" val="layout_10013"/>
  <p:tag name="KSO_WM_NEWLAYOUT_ID" val="slide_ae0306d391427932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04ead5e210a4718cd7ca97fc37e8f082423615"/>
  <p:tag name="KSO_WM_NEWLAYOUT_GROUP_ID" val="layout_26"/>
  <p:tag name="KSO_WM_NEWLAYOUT_ID" val="slide_4e8a2b389c8bbf30"/>
</p:tagLst>
</file>

<file path=ppt/tags/tag1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455f189ab970a49f7a4412e5675ed6358b6a32"/>
  <p:tag name="KSO_WM_NEWLAYOUT_GROUP_ID" val="layout_32"/>
  <p:tag name="KSO_WM_NEWLAYOUT_ID" val="slide_ee318beb7ae1e4ff"/>
</p:tagLst>
</file>

<file path=ppt/tags/tag1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7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7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83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7981e613421d2f4ac5f3f6aafcfe959568b7cc"/>
  <p:tag name="KSO_WM_NEWLAYOUT_GROUP_ID" val="layout_2"/>
  <p:tag name="KSO_WM_NEWLAYOUT_ID" val="slide_d665d6f003d2fe82"/>
</p:tagLst>
</file>

<file path=ppt/tags/tag18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20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2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20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SLIDE_INDEX" val="1"/>
  <p:tag name="KSO_WM_SLIDE_ID" val="custom40490573_1"/>
  <p:tag name="KSO_WM_TEMPLATE_MASTER_TYPE" val="0"/>
  <p:tag name="KSO_WM_SLIDE_LAYOUT" val="a_f"/>
  <p:tag name="KSO_WM_SLIDE_LAYOUT_CNT" val="1_2"/>
  <p:tag name="KSO_WM_TAG_VERSION" val="3.0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e30eab060b62cf4aa00e5a8c18b8de2c18cef15"/>
  <p:tag name="KSO_WM_NEWLAYOUT_GROUP_ID" val="layout_1-5"/>
  <p:tag name="KSO_WM_NEWLAYOUT_ID" val="slide_063b19861dc0a508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2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69796640259"/>
  <p:tag name="KSO_WM_TEMPLATE_SLIDE_ID" val="slide_063b19861dc0a508"/>
</p:tagLst>
</file>

<file path=ppt/tags/tag22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2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e4e4c59852f693bb0020bc4dcdd08f9db6942fa"/>
  <p:tag name="KSO_WM_NEWLAYOUT_GROUP_ID" val="layout_10013"/>
  <p:tag name="KSO_WM_NEWLAYOUT_ID" val="slide_ae0306d391427932"/>
  <p:tag name="KSO_WM_UNIT_PRESET_TEXT" val="单击此处添加标题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4/a0b279ad-6173-4ecd-a12e-fde3f5e99d09.jpg?Expires=1807349005\u0026AWSAccessKeyId=AKLT9NSy7kh8TIS1UzNqLRY2\u0026Signature=G72Y8uR40Meeh2FijB6JY6XPVIo%3D&quot;,&quot;product_name&quot;:&quot;wps-wpp-ios&quot;,&quot;intention_code&quot;:&quot;wps_wpp_mobileaigc_texttopptm_pay&quot;}*auto_qingqiu_3.0.7_prod*1775812998126_739223_4de05f5dc29f-slide-3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3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ae0306d391427932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04ead5e210a4718cd7ca97fc37e8f082423615"/>
  <p:tag name="KSO_WM_NEWLAYOUT_GROUP_ID" val="layout_26"/>
  <p:tag name="KSO_WM_NEWLAYOUT_ID" val="slide_4e8a2b389c8bbf30"/>
  <p:tag name="KSO_WM_UNIT_PRESET_TEXT" val="单击此处添加标题"/>
</p:tagLst>
</file>

<file path=ppt/tags/tag2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89885748&quot;,&quot;product_name&quot;:&quot;wps-wpp-ios&quot;,&quot;intention_code&quot;:&quot;wps_wpp_mobileaigc_texttopptm_pay&quot;}*auto_gallery_3.0.7_prod*1775812998126_739223_4de05f5dc29f-slide-4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188897835&quot;,&quot;product_name&quot;:&quot;wps-wpp-ios&quot;,&quot;intention_code&quot;:&quot;wps_wpp_mobileaigc_texttopptm_pay&quot;}*auto_gallery_3.0.7_prod*1775812998126_739223_4de05f5dc29f-slide-4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4/135b7a08-d6c5-4995-a51a-fa1f38eb5127.jpg?Expires=1807349005\u0026AWSAccessKeyId=AKLT9NSy7kh8TIS1UzNqLRY2\u0026Signature=gGpwKebYDE6uvFVPZm4lgXFrR3M%3D&quot;,&quot;product_name&quot;:&quot;wps-wpp-ios&quot;,&quot;intention_code&quot;:&quot;wps_wpp_mobileaigc_texttopptm_pay&quot;}*auto_qingqiu_3.0.7_prod*1775812998126_739223_4de05f5dc29f-slide-4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4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4e8a2b389c8bbf30"/>
</p:tagLst>
</file>

<file path=ppt/tags/tag24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2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455f189ab970a49f7a4412e5675ed6358b6a32"/>
  <p:tag name="KSO_WM_NEWLAYOUT_GROUP_ID" val="layout_32"/>
  <p:tag name="KSO_WM_NEWLAYOUT_ID" val="slide_ee318beb7ae1e4ff"/>
  <p:tag name="KSO_WM_UNIT_PRESET_TEXT" val="单击此处添加标题"/>
</p:tagLst>
</file>

<file path=ppt/tags/tag2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5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25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5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5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25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6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26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6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ee318beb7ae1e4ff"/>
</p:tagLst>
</file>

<file path=ppt/tags/tag2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7981e613421d2f4ac5f3f6aafcfe959568b7cc"/>
  <p:tag name="KSO_WM_NEWLAYOUT_GROUP_ID" val="layout_2"/>
  <p:tag name="KSO_WM_NEWLAYOUT_ID" val="slide_d665d6f003d2fe82"/>
  <p:tag name="KSO_WM_UNIT_PRESET_TEXT" val="单击此处添加标题"/>
</p:tagLst>
</file>

<file path=ppt/tags/tag26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4/4bf1c353-c210-4673-bd48-e25b57a90823.jpg?Expires=1807349004\u0026AWSAccessKeyId=AKLT9NSy7kh8TIS1UzNqLRY2\u0026Signature=Twa%2BT9%2FSoSOTMQbf2Vfa%2FqMGkp0%3D&quot;,&quot;product_name&quot;:&quot;wps-wpp-ios&quot;,&quot;intention_code&quot;:&quot;wps_wpp_mobileaigc_texttopptm_pay&quot;}*auto_qingqiu_3.0.7_prod*1775812998126_739223_4de05f5dc29f-slide-7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4/115ad17e-fbfe-42cf-88e4-f0a239dc3107.jpg?Expires=1807349003\u0026AWSAccessKeyId=AKLT9NSy7kh8TIS1UzNqLRY2\u0026Signature=%2F%2BWag8n%2BhY1YwWyPe7yUv82ZibE%3D&quot;,&quot;product_name&quot;:&quot;wps-wpp-ios&quot;,&quot;intention_code&quot;:&quot;wps_wpp_mobileaigc_texttopptm_pay&quot;}*auto_qingqiu_3.0.7_prod*1775812998126_739223_4de05f5dc29f-slide-7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7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4/63a75cc0-15b4-45ac-bb7f-25151aa5d836.jpg?Expires=1807349009\u0026AWSAccessKeyId=AKLT9NSy7kh8TIS1UzNqLRY2\u0026Signature=bHDGcp5N2pcdmTx5BpKjE3xOg0w%3D&quot;,&quot;product_name&quot;:&quot;wps-wpp-ios&quot;,&quot;intention_code&quot;:&quot;wps_wpp_mobileaigc_texttopptm_pay&quot;}*auto_qingqiu_3.0.7_prod*1775812998126_739223_4de05f5dc29f-slide-7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8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d665d6f003d2fe82"/>
</p:tagLst>
</file>

<file path=ppt/tags/tag28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285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573"/>
  <p:tag name="KSO_WM_TEMPLATE_CATEGORY" val="custom"/>
  <p:tag name="KSO_WM_SLIDE_INDEX" val="5"/>
  <p:tag name="KSO_WM_SLIDE_ID" val="custom4049057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城市线条职场办公商务风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WPS Office WWO_wpscloud_20260409124150-2e61b06350</Application>
  <PresentationFormat>宽屏</PresentationFormat>
  <Paragraphs>124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Microsoft YaHei UI</vt:lpstr>
      <vt:lpstr>Office 主题</vt:lpstr>
      <vt:lpstr>1_城市线条职场办公商务风</vt:lpstr>
      <vt:lpstr>2_城市线条职场办公商务风</vt:lpstr>
      <vt:lpstr>文档内容展示与分析</vt:lpstr>
      <vt:lpstr>目录</vt:lpstr>
      <vt:lpstr>文档概述</vt:lpstr>
      <vt:lpstr>文档基本信息</vt:lpstr>
      <vt:lpstr>文档核心内容简介</vt:lpstr>
      <vt:lpstr>内容分析与探讨</vt:lpstr>
      <vt:lpstr>潜在内容模块划分</vt:lpstr>
      <vt:lpstr>内容价值与意义</vt:lpstr>
      <vt:lpstr>总结与展望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文档内容展示与分析</dc:title>
  <dc:creator/>
  <cp:lastModifiedBy/>
  <dcterms:created xsi:type="dcterms:W3CDTF">2026-04-10T09:23:31Z</dcterms:created>
  <dcterms:modified xsi:type="dcterms:W3CDTF">2026-04-10T09:23:31Z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2052-12.9.0.25970</vt:lpwstr>
  </property>
  <property fmtid="{D5CDD505-2E9C-101B-9397-08002B2CF9AE}" pid="3" name="KSOTemplateUUID">
    <vt:lpwstr>v1.0_ai_69796640259</vt:lpwstr>
  </property>
  <property fmtid="{D5CDD505-2E9C-101B-9397-08002B2CF9AE}" pid="4" name="ICV">
    <vt:lpwstr>353567025A63967A93C1D869438A4C82_42</vt:lpwstr>
  </property>
</Properties>
</file>