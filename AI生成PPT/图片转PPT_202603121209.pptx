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notesMasterIdLst>
    <p:notesMasterId r:id="rId13"/>
  </p:notesMasterIdLst>
  <p:sldIdLst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</p:sldIdLst>
  <p:sldSz cx="8382000" cy="182118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757002" y="1279287"/>
            <a:ext cx="1589742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47728" y="3615042"/>
            <a:ext cx="6286500" cy="6340404"/>
          </a:xfrm>
        </p:spPr>
        <p:txBody>
          <a:bodyPr anchor="b"/>
          <a:lstStyle>
            <a:lvl1pPr algn="ctr">
              <a:defRPr sz="5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47728" y="10199957"/>
            <a:ext cx="6286500" cy="4396968"/>
          </a:xfrm>
        </p:spPr>
        <p:txBody>
          <a:bodyPr/>
          <a:lstStyle>
            <a:lvl1pPr marL="0" indent="0" algn="ctr">
              <a:buNone/>
              <a:defRPr sz="2200"/>
            </a:lvl1pPr>
            <a:lvl2pPr marL="419100" indent="0" algn="ctr">
              <a:buNone/>
              <a:defRPr sz="1835"/>
            </a:lvl2pPr>
            <a:lvl3pPr marL="838200" indent="0" algn="ctr">
              <a:buNone/>
              <a:defRPr sz="1650"/>
            </a:lvl3pPr>
            <a:lvl4pPr marL="1257300" indent="0" algn="ctr">
              <a:buNone/>
              <a:defRPr sz="1465"/>
            </a:lvl4pPr>
            <a:lvl5pPr marL="1676400" indent="0" algn="ctr">
              <a:buNone/>
              <a:defRPr sz="1465"/>
            </a:lvl5pPr>
            <a:lvl6pPr marL="2095500" indent="0" algn="ctr">
              <a:buNone/>
              <a:defRPr sz="1465"/>
            </a:lvl6pPr>
            <a:lvl7pPr marL="2514600" indent="0" algn="ctr">
              <a:buNone/>
              <a:defRPr sz="1465"/>
            </a:lvl7pPr>
            <a:lvl8pPr marL="2933700" indent="0" algn="ctr">
              <a:buNone/>
              <a:defRPr sz="1465"/>
            </a:lvl8pPr>
            <a:lvl9pPr marL="3352800" indent="0" algn="ctr">
              <a:buNone/>
              <a:defRPr sz="1465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416044" y="16768346"/>
            <a:ext cx="1861066" cy="841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1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2829750" y="16768240"/>
            <a:ext cx="2722500" cy="841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1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6103144" y="16768346"/>
            <a:ext cx="1864122" cy="841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1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19089" y="1281191"/>
            <a:ext cx="7543861" cy="188864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9070" y="4047067"/>
            <a:ext cx="7543861" cy="1254600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416044" y="16768346"/>
            <a:ext cx="1861066" cy="841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1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2829750" y="16768240"/>
            <a:ext cx="2722500" cy="841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1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6103144" y="16768346"/>
            <a:ext cx="1864122" cy="841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1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416044" y="16768346"/>
            <a:ext cx="1861066" cy="841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1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2829750" y="16768240"/>
            <a:ext cx="2722500" cy="841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1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6103144" y="16768346"/>
            <a:ext cx="1864122" cy="841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1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1897" y="4540304"/>
            <a:ext cx="7229475" cy="7575602"/>
          </a:xfrm>
        </p:spPr>
        <p:txBody>
          <a:bodyPr anchor="b"/>
          <a:lstStyle>
            <a:lvl1pPr>
              <a:defRPr sz="5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1897" y="12187574"/>
            <a:ext cx="7229475" cy="3983830"/>
          </a:xfrm>
        </p:spPr>
        <p:txBody>
          <a:bodyPr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19100" indent="0">
              <a:buNone/>
              <a:defRPr sz="1835">
                <a:solidFill>
                  <a:schemeClr val="tx1">
                    <a:tint val="75000"/>
                  </a:schemeClr>
                </a:solidFill>
              </a:defRPr>
            </a:lvl2pPr>
            <a:lvl3pPr marL="838200" indent="0">
              <a:buNone/>
              <a:defRPr sz="1650">
                <a:solidFill>
                  <a:schemeClr val="tx1">
                    <a:tint val="75000"/>
                  </a:schemeClr>
                </a:solidFill>
              </a:defRPr>
            </a:lvl3pPr>
            <a:lvl4pPr marL="1257300" indent="0">
              <a:buNone/>
              <a:defRPr sz="1465">
                <a:solidFill>
                  <a:schemeClr val="tx1">
                    <a:tint val="75000"/>
                  </a:schemeClr>
                </a:solidFill>
              </a:defRPr>
            </a:lvl4pPr>
            <a:lvl5pPr marL="1676400" indent="0">
              <a:buNone/>
              <a:defRPr sz="1465">
                <a:solidFill>
                  <a:schemeClr val="tx1">
                    <a:tint val="75000"/>
                  </a:schemeClr>
                </a:solidFill>
              </a:defRPr>
            </a:lvl5pPr>
            <a:lvl6pPr marL="2095500" indent="0">
              <a:buNone/>
              <a:defRPr sz="1465">
                <a:solidFill>
                  <a:schemeClr val="tx1">
                    <a:tint val="75000"/>
                  </a:schemeClr>
                </a:solidFill>
              </a:defRPr>
            </a:lvl6pPr>
            <a:lvl7pPr marL="2514600" indent="0">
              <a:buNone/>
              <a:defRPr sz="1465">
                <a:solidFill>
                  <a:schemeClr val="tx1">
                    <a:tint val="75000"/>
                  </a:schemeClr>
                </a:solidFill>
              </a:defRPr>
            </a:lvl7pPr>
            <a:lvl8pPr marL="2933700" indent="0">
              <a:buNone/>
              <a:defRPr sz="1465">
                <a:solidFill>
                  <a:schemeClr val="tx1">
                    <a:tint val="75000"/>
                  </a:schemeClr>
                </a:solidFill>
              </a:defRPr>
            </a:lvl8pPr>
            <a:lvl9pPr marL="3352800" indent="0">
              <a:buNone/>
              <a:defRPr sz="14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416044" y="16768346"/>
            <a:ext cx="1861066" cy="841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1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2829750" y="16768240"/>
            <a:ext cx="2722500" cy="841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1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6103144" y="16768346"/>
            <a:ext cx="1864122" cy="841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1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19070" y="1281191"/>
            <a:ext cx="7543861" cy="188864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19089" y="4046687"/>
            <a:ext cx="3614766" cy="1254600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346416" y="4047067"/>
            <a:ext cx="3620849" cy="1254590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2829750" y="16768240"/>
            <a:ext cx="2722500" cy="841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1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414734" y="16768346"/>
            <a:ext cx="1862376" cy="841453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6103144" y="16768346"/>
            <a:ext cx="1864122" cy="841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1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19070" y="1281574"/>
            <a:ext cx="7543861" cy="188864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17354" y="4047067"/>
            <a:ext cx="3614766" cy="2428259"/>
          </a:xfrm>
        </p:spPr>
        <p:txBody>
          <a:bodyPr anchor="ctr" anchorCtr="0"/>
          <a:lstStyle>
            <a:lvl1pPr marL="0" indent="0">
              <a:buNone/>
              <a:defRPr sz="2565"/>
            </a:lvl1pPr>
            <a:lvl2pPr marL="419100" indent="0">
              <a:buNone/>
              <a:defRPr sz="2200"/>
            </a:lvl2pPr>
            <a:lvl3pPr marL="838200" indent="0">
              <a:buNone/>
              <a:defRPr sz="1835"/>
            </a:lvl3pPr>
            <a:lvl4pPr marL="1257300" indent="0">
              <a:buNone/>
              <a:defRPr sz="1650"/>
            </a:lvl4pPr>
            <a:lvl5pPr marL="1676400" indent="0">
              <a:buNone/>
              <a:defRPr sz="1650"/>
            </a:lvl5pPr>
            <a:lvl6pPr marL="2095500" indent="0">
              <a:buNone/>
              <a:defRPr sz="1650"/>
            </a:lvl6pPr>
            <a:lvl7pPr marL="2514600" indent="0">
              <a:buNone/>
              <a:defRPr sz="1650"/>
            </a:lvl7pPr>
            <a:lvl8pPr marL="2933700" indent="0">
              <a:buNone/>
              <a:defRPr sz="1650"/>
            </a:lvl8pPr>
            <a:lvl9pPr marL="3352800" indent="0">
              <a:buNone/>
              <a:defRPr sz="16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19100" y="6745111"/>
            <a:ext cx="3614738" cy="984794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348033" y="4046302"/>
            <a:ext cx="3614766" cy="2428259"/>
          </a:xfrm>
        </p:spPr>
        <p:txBody>
          <a:bodyPr anchor="ctr" anchorCtr="0"/>
          <a:lstStyle>
            <a:lvl1pPr marL="0" indent="0">
              <a:buNone/>
              <a:defRPr sz="2565"/>
            </a:lvl1pPr>
            <a:lvl2pPr marL="419100" indent="0">
              <a:buNone/>
              <a:defRPr sz="2200"/>
            </a:lvl2pPr>
            <a:lvl3pPr marL="838200" indent="0">
              <a:buNone/>
              <a:defRPr sz="1835"/>
            </a:lvl3pPr>
            <a:lvl4pPr marL="1257300" indent="0">
              <a:buNone/>
              <a:defRPr sz="1650"/>
            </a:lvl4pPr>
            <a:lvl5pPr marL="1676400" indent="0">
              <a:buNone/>
              <a:defRPr sz="1650"/>
            </a:lvl5pPr>
            <a:lvl6pPr marL="2095500" indent="0">
              <a:buNone/>
              <a:defRPr sz="1650"/>
            </a:lvl6pPr>
            <a:lvl7pPr marL="2514600" indent="0">
              <a:buNone/>
              <a:defRPr sz="1650"/>
            </a:lvl7pPr>
            <a:lvl8pPr marL="2933700" indent="0">
              <a:buNone/>
              <a:defRPr sz="1650"/>
            </a:lvl8pPr>
            <a:lvl9pPr marL="3352800" indent="0">
              <a:buNone/>
              <a:defRPr sz="16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348163" y="6745111"/>
            <a:ext cx="3614738" cy="984794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9" name="日期占位符 18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414734" y="16768346"/>
            <a:ext cx="1862376" cy="841453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20" name="页脚占位符 19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1" name="灯片编号占位符 20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103144" y="16768346"/>
            <a:ext cx="1862812" cy="841453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19070" y="1281234"/>
            <a:ext cx="7543861" cy="188864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416044" y="16768346"/>
            <a:ext cx="1861066" cy="841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1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2829750" y="16768240"/>
            <a:ext cx="2722500" cy="841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1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6103144" y="16768346"/>
            <a:ext cx="1864122" cy="841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1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19089" y="1618447"/>
            <a:ext cx="2444769" cy="4249420"/>
          </a:xfrm>
        </p:spPr>
        <p:txBody>
          <a:bodyPr anchor="b"/>
          <a:lstStyle>
            <a:lvl1pPr>
              <a:defRPr sz="2935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281204" y="1618827"/>
            <a:ext cx="4679987" cy="14974147"/>
          </a:xfrm>
        </p:spPr>
        <p:txBody>
          <a:bodyPr/>
          <a:lstStyle>
            <a:lvl1pPr marL="0" indent="0">
              <a:buNone/>
              <a:defRPr sz="2935"/>
            </a:lvl1pPr>
            <a:lvl2pPr marL="419100" indent="0">
              <a:buNone/>
              <a:defRPr sz="2565"/>
            </a:lvl2pPr>
            <a:lvl3pPr marL="838200" indent="0">
              <a:buNone/>
              <a:defRPr sz="2200"/>
            </a:lvl3pPr>
            <a:lvl4pPr marL="1257300" indent="0">
              <a:buNone/>
              <a:defRPr sz="1835"/>
            </a:lvl4pPr>
            <a:lvl5pPr marL="1676400" indent="0">
              <a:buNone/>
              <a:defRPr sz="1835"/>
            </a:lvl5pPr>
            <a:lvl6pPr marL="2095500" indent="0">
              <a:buNone/>
              <a:defRPr sz="1835"/>
            </a:lvl6pPr>
            <a:lvl7pPr marL="2514600" indent="0">
              <a:buNone/>
              <a:defRPr sz="1835"/>
            </a:lvl7pPr>
            <a:lvl8pPr marL="2933700" indent="0">
              <a:buNone/>
              <a:defRPr sz="1835"/>
            </a:lvl8pPr>
            <a:lvl9pPr marL="3352800" indent="0">
              <a:buNone/>
              <a:defRPr sz="183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19100" y="6138051"/>
            <a:ext cx="2444750" cy="10455005"/>
          </a:xfrm>
        </p:spPr>
        <p:txBody>
          <a:bodyPr/>
          <a:lstStyle>
            <a:lvl1pPr marL="0" indent="0">
              <a:buNone/>
              <a:defRPr sz="1835"/>
            </a:lvl1pPr>
            <a:lvl2pPr marL="419100" indent="0">
              <a:buNone/>
              <a:defRPr sz="1650"/>
            </a:lvl2pPr>
            <a:lvl3pPr marL="838200" indent="0">
              <a:buNone/>
              <a:defRPr sz="1465"/>
            </a:lvl3pPr>
            <a:lvl4pPr marL="1257300" indent="0">
              <a:buNone/>
              <a:defRPr sz="1285"/>
            </a:lvl4pPr>
            <a:lvl5pPr marL="1676400" indent="0">
              <a:buNone/>
              <a:defRPr sz="1285"/>
            </a:lvl5pPr>
            <a:lvl6pPr marL="2095500" indent="0">
              <a:buNone/>
              <a:defRPr sz="1285"/>
            </a:lvl6pPr>
            <a:lvl7pPr marL="2514600" indent="0">
              <a:buNone/>
              <a:defRPr sz="1285"/>
            </a:lvl7pPr>
            <a:lvl8pPr marL="2933700" indent="0">
              <a:buNone/>
              <a:defRPr sz="1285"/>
            </a:lvl8pPr>
            <a:lvl9pPr marL="3352800" indent="0">
              <a:buNone/>
              <a:defRPr sz="128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0" name="页脚占位符 29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2829750" y="16768240"/>
            <a:ext cx="2722500" cy="841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1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>
          <a:xfrm>
            <a:off x="6103144" y="16768346"/>
            <a:ext cx="1864122" cy="841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1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2" name="日期占位符 31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414734" y="16768346"/>
            <a:ext cx="1862376" cy="841453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64154" y="1618827"/>
            <a:ext cx="1397011" cy="1497426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19100" y="1618827"/>
            <a:ext cx="5937297" cy="1497414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416044" y="16768346"/>
            <a:ext cx="1861066" cy="841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1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2829750" y="16768240"/>
            <a:ext cx="2722500" cy="841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1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6103144" y="16768346"/>
            <a:ext cx="1864122" cy="841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1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19100" y="1618827"/>
            <a:ext cx="7544237" cy="1497414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416044" y="16768346"/>
            <a:ext cx="1861066" cy="841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1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3" name="页脚占位符 12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2829750" y="16768240"/>
            <a:ext cx="2722500" cy="841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1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6103144" y="16768346"/>
            <a:ext cx="1864122" cy="841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1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1"/>
            </p:custDataLst>
          </p:nvPr>
        </p:nvSpPr>
        <p:spPr>
          <a:xfrm>
            <a:off x="416044" y="16768346"/>
            <a:ext cx="1861066" cy="841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1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2"/>
            </p:custDataLst>
          </p:nvPr>
        </p:nvSpPr>
        <p:spPr>
          <a:xfrm>
            <a:off x="2829750" y="16768240"/>
            <a:ext cx="2722500" cy="841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1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3"/>
            </p:custDataLst>
          </p:nvPr>
        </p:nvSpPr>
        <p:spPr>
          <a:xfrm>
            <a:off x="6103144" y="16768346"/>
            <a:ext cx="1864122" cy="841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1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19070" y="1281234"/>
            <a:ext cx="7543861" cy="18886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19070" y="4047067"/>
            <a:ext cx="7543861" cy="125460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838200" rtl="0" eaLnBrk="1" latinLnBrk="0" hangingPunct="1">
        <a:lnSpc>
          <a:spcPct val="100000"/>
        </a:lnSpc>
        <a:spcBef>
          <a:spcPct val="0"/>
        </a:spcBef>
        <a:buNone/>
        <a:defRPr sz="33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09550" indent="-209550" algn="l" defTabSz="838200" rtl="0" eaLnBrk="1" latinLnBrk="0" hangingPunct="1">
        <a:lnSpc>
          <a:spcPct val="90000"/>
        </a:lnSpc>
        <a:spcBef>
          <a:spcPts val="915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28650" indent="-209550" algn="l" defTabSz="838200" rtl="0" eaLnBrk="1" latinLnBrk="0" hangingPunct="1">
        <a:lnSpc>
          <a:spcPct val="90000"/>
        </a:lnSpc>
        <a:spcBef>
          <a:spcPct val="92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047750" indent="-209550" algn="l" defTabSz="838200" rtl="0" eaLnBrk="1" latinLnBrk="0" hangingPunct="1">
        <a:lnSpc>
          <a:spcPct val="90000"/>
        </a:lnSpc>
        <a:spcBef>
          <a:spcPct val="92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466850" indent="-209550" algn="l" defTabSz="838200" rtl="0" eaLnBrk="1" latinLnBrk="0" hangingPunct="1">
        <a:lnSpc>
          <a:spcPct val="90000"/>
        </a:lnSpc>
        <a:spcBef>
          <a:spcPct val="92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1885950" indent="-209550" algn="l" defTabSz="838200" rtl="0" eaLnBrk="1" latinLnBrk="0" hangingPunct="1">
        <a:lnSpc>
          <a:spcPct val="90000"/>
        </a:lnSpc>
        <a:spcBef>
          <a:spcPct val="92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305050" marR="0" indent="-209550" algn="l" defTabSz="838200" rtl="0" eaLnBrk="1" fontAlgn="auto" latinLnBrk="0" hangingPunct="1">
        <a:lnSpc>
          <a:spcPct val="90000"/>
        </a:lnSpc>
        <a:spcBef>
          <a:spcPct val="920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2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724150" indent="-209550" algn="l" defTabSz="838200" rtl="0" eaLnBrk="1" latinLnBrk="0" hangingPunct="1">
        <a:lnSpc>
          <a:spcPct val="90000"/>
        </a:lnSpc>
        <a:spcBef>
          <a:spcPct val="92000"/>
        </a:spcBef>
        <a:buFont typeface="Arial" panose="020B0604020202020204" pitchFamily="34" charset="0"/>
        <a:buChar char="•"/>
        <a:defRPr lang="en-US" altLang="zh-CN" sz="22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143250" indent="-209550" algn="l" defTabSz="838200" rtl="0" eaLnBrk="1" latinLnBrk="0" hangingPunct="1">
        <a:lnSpc>
          <a:spcPct val="90000"/>
        </a:lnSpc>
        <a:spcBef>
          <a:spcPct val="92000"/>
        </a:spcBef>
        <a:buFont typeface="Arial" panose="020B0604020202020204" pitchFamily="34" charset="0"/>
        <a:buChar char="•"/>
        <a:defRPr lang="en-US" altLang="zh-CN" sz="22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352800" indent="0" algn="l" defTabSz="838200" rtl="0" eaLnBrk="1" latinLnBrk="0" hangingPunct="1">
        <a:lnSpc>
          <a:spcPct val="90000"/>
        </a:lnSpc>
        <a:spcBef>
          <a:spcPct val="92000"/>
        </a:spcBef>
        <a:buFont typeface="Arial" panose="020B0604020202020204" pitchFamily="34" charset="0"/>
        <a:buNone/>
        <a:defRPr lang="en-US" altLang="zh-CN" sz="22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838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419100" algn="l" defTabSz="838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2pPr>
      <a:lvl3pPr marL="838200" algn="l" defTabSz="838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3pPr>
      <a:lvl4pPr marL="1257300" algn="l" defTabSz="838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4pPr>
      <a:lvl5pPr marL="1676400" algn="l" defTabSz="838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5pPr>
      <a:lvl6pPr marL="2095500" algn="l" defTabSz="838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6pPr>
      <a:lvl7pPr marL="2514600" algn="l" defTabSz="838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7pPr>
      <a:lvl8pPr marL="2933700" algn="l" defTabSz="838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8pPr>
      <a:lvl9pPr marL="3352800" algn="l" defTabSz="838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image" Target="../media/image8.jpeg"/><Relationship Id="rId7" Type="http://schemas.openxmlformats.org/officeDocument/2006/relationships/image" Target="../media/image7.jpeg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image" Target="../media/image8.jpeg"/><Relationship Id="rId7" Type="http://schemas.openxmlformats.org/officeDocument/2006/relationships/image" Target="../media/image7.jpeg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jpeg"/><Relationship Id="rId8" Type="http://schemas.openxmlformats.org/officeDocument/2006/relationships/image" Target="../media/image18.jpeg"/><Relationship Id="rId7" Type="http://schemas.openxmlformats.org/officeDocument/2006/relationships/image" Target="../media/image17.jpeg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2" Type="http://schemas.openxmlformats.org/officeDocument/2006/relationships/slideLayout" Target="../slideLayouts/slideLayout11.xml"/><Relationship Id="rId11" Type="http://schemas.openxmlformats.org/officeDocument/2006/relationships/image" Target="../media/image21.jpeg"/><Relationship Id="rId10" Type="http://schemas.openxmlformats.org/officeDocument/2006/relationships/image" Target="../media/image20.jpeg"/><Relationship Id="rId1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jpeg"/><Relationship Id="rId8" Type="http://schemas.openxmlformats.org/officeDocument/2006/relationships/image" Target="../media/image26.jpeg"/><Relationship Id="rId7" Type="http://schemas.openxmlformats.org/officeDocument/2006/relationships/image" Target="../media/image25.jpeg"/><Relationship Id="rId6" Type="http://schemas.openxmlformats.org/officeDocument/2006/relationships/image" Target="../media/image4.jpeg"/><Relationship Id="rId5" Type="http://schemas.openxmlformats.org/officeDocument/2006/relationships/image" Target="../media/image5.jpeg"/><Relationship Id="rId4" Type="http://schemas.openxmlformats.org/officeDocument/2006/relationships/image" Target="../media/image24.jpeg"/><Relationship Id="rId3" Type="http://schemas.openxmlformats.org/officeDocument/2006/relationships/image" Target="../media/image6.jpeg"/><Relationship Id="rId2" Type="http://schemas.openxmlformats.org/officeDocument/2006/relationships/image" Target="../media/image23.jpeg"/><Relationship Id="rId10" Type="http://schemas.openxmlformats.org/officeDocument/2006/relationships/slideLayout" Target="../slideLayouts/slideLayout11.xml"/><Relationship Id="rId1" Type="http://schemas.openxmlformats.org/officeDocument/2006/relationships/image" Target="../media/image2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image" Target="../media/image26.jpeg"/><Relationship Id="rId7" Type="http://schemas.openxmlformats.org/officeDocument/2006/relationships/image" Target="../media/image31.jpeg"/><Relationship Id="rId6" Type="http://schemas.openxmlformats.org/officeDocument/2006/relationships/image" Target="../media/image4.jpeg"/><Relationship Id="rId5" Type="http://schemas.openxmlformats.org/officeDocument/2006/relationships/image" Target="../media/image30.jpeg"/><Relationship Id="rId4" Type="http://schemas.openxmlformats.org/officeDocument/2006/relationships/image" Target="../media/image6.jpeg"/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image" Target="../media/image27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7" Type="http://schemas.openxmlformats.org/officeDocument/2006/relationships/image" Target="../media/image37.jpeg"/><Relationship Id="rId6" Type="http://schemas.openxmlformats.org/officeDocument/2006/relationships/image" Target="../media/image31.jpeg"/><Relationship Id="rId5" Type="http://schemas.openxmlformats.org/officeDocument/2006/relationships/image" Target="../media/image36.jpeg"/><Relationship Id="rId4" Type="http://schemas.openxmlformats.org/officeDocument/2006/relationships/image" Target="../media/image35.jpeg"/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image" Target="../media/image32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6.jpeg"/><Relationship Id="rId8" Type="http://schemas.openxmlformats.org/officeDocument/2006/relationships/image" Target="../media/image45.jpeg"/><Relationship Id="rId7" Type="http://schemas.openxmlformats.org/officeDocument/2006/relationships/image" Target="../media/image44.jpeg"/><Relationship Id="rId6" Type="http://schemas.openxmlformats.org/officeDocument/2006/relationships/image" Target="../media/image43.jpeg"/><Relationship Id="rId5" Type="http://schemas.openxmlformats.org/officeDocument/2006/relationships/image" Target="../media/image42.jpeg"/><Relationship Id="rId4" Type="http://schemas.openxmlformats.org/officeDocument/2006/relationships/image" Target="../media/image41.jpeg"/><Relationship Id="rId3" Type="http://schemas.openxmlformats.org/officeDocument/2006/relationships/image" Target="../media/image40.jpeg"/><Relationship Id="rId2" Type="http://schemas.openxmlformats.org/officeDocument/2006/relationships/image" Target="../media/image39.jpeg"/><Relationship Id="rId12" Type="http://schemas.openxmlformats.org/officeDocument/2006/relationships/slideLayout" Target="../slideLayouts/slideLayout11.xml"/><Relationship Id="rId11" Type="http://schemas.openxmlformats.org/officeDocument/2006/relationships/image" Target="../media/image48.jpeg"/><Relationship Id="rId10" Type="http://schemas.openxmlformats.org/officeDocument/2006/relationships/image" Target="../media/image47.jpeg"/><Relationship Id="rId1" Type="http://schemas.openxmlformats.org/officeDocument/2006/relationships/image" Target="../media/image38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46.jpeg"/><Relationship Id="rId8" Type="http://schemas.openxmlformats.org/officeDocument/2006/relationships/image" Target="../media/image45.jpeg"/><Relationship Id="rId7" Type="http://schemas.openxmlformats.org/officeDocument/2006/relationships/image" Target="../media/image44.jpeg"/><Relationship Id="rId6" Type="http://schemas.openxmlformats.org/officeDocument/2006/relationships/image" Target="../media/image43.jpeg"/><Relationship Id="rId5" Type="http://schemas.openxmlformats.org/officeDocument/2006/relationships/image" Target="../media/image53.jpeg"/><Relationship Id="rId4" Type="http://schemas.openxmlformats.org/officeDocument/2006/relationships/image" Target="../media/image52.jpeg"/><Relationship Id="rId3" Type="http://schemas.openxmlformats.org/officeDocument/2006/relationships/image" Target="../media/image51.jpeg"/><Relationship Id="rId2" Type="http://schemas.openxmlformats.org/officeDocument/2006/relationships/image" Target="../media/image50.jpeg"/><Relationship Id="rId12" Type="http://schemas.openxmlformats.org/officeDocument/2006/relationships/slideLayout" Target="../slideLayouts/slideLayout11.xml"/><Relationship Id="rId11" Type="http://schemas.openxmlformats.org/officeDocument/2006/relationships/image" Target="../media/image48.jpeg"/><Relationship Id="rId10" Type="http://schemas.openxmlformats.org/officeDocument/2006/relationships/image" Target="../media/image47.jpeg"/><Relationship Id="rId1" Type="http://schemas.openxmlformats.org/officeDocument/2006/relationships/image" Target="../media/image49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46.jpeg"/><Relationship Id="rId8" Type="http://schemas.openxmlformats.org/officeDocument/2006/relationships/image" Target="../media/image45.jpeg"/><Relationship Id="rId7" Type="http://schemas.openxmlformats.org/officeDocument/2006/relationships/image" Target="../media/image44.jpeg"/><Relationship Id="rId6" Type="http://schemas.openxmlformats.org/officeDocument/2006/relationships/image" Target="../media/image43.jpeg"/><Relationship Id="rId5" Type="http://schemas.openxmlformats.org/officeDocument/2006/relationships/image" Target="../media/image58.jpeg"/><Relationship Id="rId4" Type="http://schemas.openxmlformats.org/officeDocument/2006/relationships/image" Target="../media/image57.jpeg"/><Relationship Id="rId3" Type="http://schemas.openxmlformats.org/officeDocument/2006/relationships/image" Target="../media/image56.jpeg"/><Relationship Id="rId2" Type="http://schemas.openxmlformats.org/officeDocument/2006/relationships/image" Target="../media/image55.jpeg"/><Relationship Id="rId11" Type="http://schemas.openxmlformats.org/officeDocument/2006/relationships/slideLayout" Target="../slideLayouts/slideLayout11.xml"/><Relationship Id="rId10" Type="http://schemas.openxmlformats.org/officeDocument/2006/relationships/image" Target="../media/image48.jpeg"/><Relationship Id="rId1" Type="http://schemas.openxmlformats.org/officeDocument/2006/relationships/image" Target="../media/image5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349755" y="8007364"/>
            <a:ext cx="2400269" cy="4419640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1280454" y="16598829"/>
            <a:ext cx="5882640" cy="10928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621405" indent="-3608705" algn="l" rtl="0" eaLnBrk="0">
              <a:lnSpc>
                <a:spcPct val="95000"/>
              </a:lnSpc>
            </a:pPr>
            <a:r>
              <a:rPr sz="2200" b="1" kern="0" spc="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夏夏悦读坊</a:t>
            </a:r>
            <a:r>
              <a:rPr sz="2200" kern="0" spc="1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200" kern="0" spc="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+关注</a:t>
            </a:r>
            <a:r>
              <a:rPr sz="2200" kern="0" spc="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     </a:t>
            </a:r>
            <a:r>
              <a:rPr sz="2000" kern="0" spc="8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98</a:t>
            </a:r>
            <a:r>
              <a:rPr sz="2000" kern="0" spc="6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</a:t>
            </a:r>
            <a:r>
              <a:rPr sz="3000" kern="0" spc="-12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91      </a:t>
            </a:r>
            <a:r>
              <a:rPr sz="2200" kern="0" spc="-12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49</a:t>
            </a:r>
            <a:endParaRPr sz="22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586846" y="16649774"/>
            <a:ext cx="552457" cy="501552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666083" y="16617903"/>
            <a:ext cx="546087" cy="552546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751690" y="16611529"/>
            <a:ext cx="558827" cy="546171"/>
          </a:xfrm>
          <a:prstGeom prst="rect">
            <a:avLst/>
          </a:prstGeom>
        </p:spPr>
      </p:pic>
      <p:sp>
        <p:nvSpPr>
          <p:cNvPr id="12" name="textbox 12"/>
          <p:cNvSpPr/>
          <p:nvPr/>
        </p:nvSpPr>
        <p:spPr>
          <a:xfrm>
            <a:off x="134253" y="15480776"/>
            <a:ext cx="7902575" cy="7918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5575" algn="l" rtl="0" eaLnBrk="0">
              <a:lnSpc>
                <a:spcPct val="87000"/>
              </a:lnSpc>
            </a:pPr>
            <a:r>
              <a:rPr sz="2200" b="1" kern="0" spc="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“我见过的人越多，我就越喜欢狗。</a:t>
            </a:r>
            <a:r>
              <a:rPr sz="2200" kern="0" spc="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200" b="1" kern="0" spc="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”萧伯纳的毒舌金句#</a:t>
            </a:r>
            <a:endParaRPr sz="2200" dirty="0">
              <a:latin typeface="SimHei"/>
              <a:ea typeface="SimHei"/>
              <a:cs typeface="SimHei"/>
            </a:endParaRPr>
          </a:p>
          <a:p>
            <a:pPr algn="r" rtl="0" eaLnBrk="0">
              <a:lnSpc>
                <a:spcPts val="3745"/>
              </a:lnSpc>
            </a:pPr>
            <a:r>
              <a:rPr sz="2200" b="1" kern="0" spc="30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萧伯纳#作家毒舌语录#想到就去做#经典语录#</a:t>
            </a:r>
            <a:r>
              <a:rPr sz="2200" b="1" kern="0" spc="29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毒舌语录</a:t>
            </a:r>
            <a:endParaRPr sz="2200" dirty="0">
              <a:latin typeface="SimHei"/>
              <a:ea typeface="SimHei"/>
              <a:cs typeface="SimHei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84483" y="4910058"/>
            <a:ext cx="6664960" cy="8578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79000"/>
              </a:lnSpc>
            </a:pPr>
            <a:r>
              <a:rPr sz="6300" b="1" kern="0" spc="280" dirty="0">
                <a:solidFill>
                  <a:srgbClr val="10D0F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导向知识的道路</a:t>
            </a:r>
            <a:r>
              <a:rPr sz="6900" kern="0" spc="-4330" dirty="0">
                <a:solidFill>
                  <a:srgbClr val="40C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。</a:t>
            </a:r>
            <a:endParaRPr sz="6900" dirty="0">
              <a:latin typeface="SimHei"/>
              <a:ea typeface="SimHei"/>
              <a:cs typeface="SimHei"/>
            </a:endParaRPr>
          </a:p>
        </p:txBody>
      </p:sp>
      <p:sp>
        <p:nvSpPr>
          <p:cNvPr id="16" name="textbox 16"/>
          <p:cNvSpPr/>
          <p:nvPr/>
        </p:nvSpPr>
        <p:spPr>
          <a:xfrm>
            <a:off x="394001" y="8139256"/>
            <a:ext cx="5857875" cy="857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5000"/>
              </a:lnSpc>
            </a:pPr>
            <a:r>
              <a:rPr sz="3600" b="1" kern="0" spc="270" dirty="0">
                <a:solidFill>
                  <a:srgbClr val="C0B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一萧伯纳(爱尔兰剧作</a:t>
            </a:r>
            <a:r>
              <a:rPr sz="3600" b="1" kern="0" spc="260" dirty="0">
                <a:solidFill>
                  <a:srgbClr val="C0B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家</a:t>
            </a:r>
            <a:r>
              <a:rPr sz="3600" kern="0" spc="-280" dirty="0">
                <a:solidFill>
                  <a:srgbClr val="C0B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400" kern="0" spc="2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)</a:t>
            </a:r>
            <a:endParaRPr sz="6400" dirty="0">
              <a:latin typeface="SimHei"/>
              <a:ea typeface="SimHei"/>
              <a:cs typeface="SimHei"/>
            </a:endParaRPr>
          </a:p>
        </p:txBody>
      </p:sp>
      <p:sp>
        <p:nvSpPr>
          <p:cNvPr id="18" name="textbox 18"/>
          <p:cNvSpPr/>
          <p:nvPr/>
        </p:nvSpPr>
        <p:spPr>
          <a:xfrm>
            <a:off x="328908" y="3926486"/>
            <a:ext cx="4007484" cy="8496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6000"/>
              </a:lnSpc>
            </a:pPr>
            <a:r>
              <a:rPr sz="6300" b="1" kern="0" spc="-60" dirty="0">
                <a:solidFill>
                  <a:srgbClr val="10C0F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劳动是唯</a:t>
            </a:r>
            <a:r>
              <a:rPr sz="6300" b="1" kern="0" spc="-60" dirty="0">
                <a:solidFill>
                  <a:srgbClr val="20B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一</a:t>
            </a:r>
            <a:endParaRPr sz="6300" dirty="0">
              <a:latin typeface="SimHei"/>
              <a:ea typeface="SimHei"/>
              <a:cs typeface="SimHei"/>
            </a:endParaRPr>
          </a:p>
        </p:txBody>
      </p:sp>
      <p:sp>
        <p:nvSpPr>
          <p:cNvPr id="20" name="textbox 20"/>
          <p:cNvSpPr/>
          <p:nvPr/>
        </p:nvSpPr>
        <p:spPr>
          <a:xfrm>
            <a:off x="2647914" y="1277881"/>
            <a:ext cx="5338445" cy="427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4000"/>
              </a:lnSpc>
            </a:pPr>
            <a:r>
              <a:rPr sz="2200" kern="0" spc="-9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关注</a:t>
            </a:r>
            <a:r>
              <a:rPr sz="2200" kern="0" spc="24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2200" kern="0" spc="-9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朋</a:t>
            </a:r>
            <a:r>
              <a:rPr sz="2200" kern="0" spc="23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2200" kern="0" spc="-9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友</a:t>
            </a:r>
            <a:r>
              <a:rPr sz="2200" kern="0" spc="24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3400" kern="0" spc="-90" baseline="-800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推荐</a:t>
            </a:r>
            <a:r>
              <a:rPr sz="2200" kern="0" spc="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</a:t>
            </a:r>
            <a:r>
              <a:rPr sz="4300" kern="0" spc="-90" baseline="2000" dirty="0">
                <a:solidFill>
                  <a:srgbClr val="D0B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又</a:t>
            </a:r>
            <a:endParaRPr sz="4300" baseline="2000" dirty="0">
              <a:latin typeface="SimHei"/>
              <a:ea typeface="SimHei"/>
              <a:cs typeface="SimHei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22290" y="16554526"/>
            <a:ext cx="939789" cy="926980"/>
          </a:xfrm>
          <a:prstGeom prst="rect">
            <a:avLst/>
          </a:prstGeom>
        </p:spPr>
      </p:pic>
      <p:sp>
        <p:nvSpPr>
          <p:cNvPr id="24" name="textbox 24"/>
          <p:cNvSpPr/>
          <p:nvPr/>
        </p:nvSpPr>
        <p:spPr>
          <a:xfrm>
            <a:off x="920719" y="365821"/>
            <a:ext cx="1058545" cy="6140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4635"/>
              </a:lnSpc>
            </a:pPr>
            <a:r>
              <a:rPr sz="3400" kern="0" spc="-7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14:58</a:t>
            </a:r>
            <a:endParaRPr sz="3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" name="textbox 26"/>
          <p:cNvSpPr/>
          <p:nvPr/>
        </p:nvSpPr>
        <p:spPr>
          <a:xfrm>
            <a:off x="7607292" y="14131261"/>
            <a:ext cx="725805" cy="4489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3330"/>
              </a:lnSpc>
            </a:pPr>
            <a:r>
              <a:rPr sz="1800" kern="0" spc="12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弹</a:t>
            </a:r>
            <a:r>
              <a:rPr sz="2100" kern="0" spc="-15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</a:t>
            </a:r>
            <a:endParaRPr sz="2100" dirty="0">
              <a:latin typeface="SimHei"/>
              <a:ea typeface="SimHei"/>
              <a:cs typeface="SimHei"/>
            </a:endParaR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7512032" y="16655966"/>
            <a:ext cx="552457" cy="482612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7645390" y="17240200"/>
            <a:ext cx="285742" cy="29211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1600000">
            <a:off x="444680" y="8007364"/>
            <a:ext cx="6305344" cy="4413266"/>
            <a:chOff x="0" y="0"/>
            <a:chExt cx="6305344" cy="4413266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3905074" y="0"/>
              <a:ext cx="2400269" cy="4413266"/>
            </a:xfrm>
            <a:prstGeom prst="rect">
              <a:avLst/>
            </a:prstGeom>
          </p:spPr>
        </p:pic>
        <p:sp>
          <p:nvSpPr>
            <p:cNvPr id="4" name="textbox 4"/>
            <p:cNvSpPr/>
            <p:nvPr/>
          </p:nvSpPr>
          <p:spPr>
            <a:xfrm>
              <a:off x="-12700" y="440459"/>
              <a:ext cx="5590540" cy="50038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6000"/>
                </a:lnSpc>
                <a:spcBef>
                  <a:spcPts val="0"/>
                </a:spcBef>
              </a:pPr>
              <a:r>
                <a:rPr sz="3600" b="1" kern="0" spc="-60" dirty="0">
                  <a:solidFill>
                    <a:srgbClr val="D0C04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一萧伯纳</a:t>
              </a:r>
              <a:r>
                <a:rPr sz="3600" b="1" kern="0" spc="-60" dirty="0">
                  <a:solidFill>
                    <a:srgbClr val="B0B01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(</a:t>
              </a:r>
              <a:r>
                <a:rPr sz="3600" kern="0" spc="-1010" dirty="0">
                  <a:solidFill>
                    <a:srgbClr val="B0B01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</a:t>
              </a:r>
              <a:r>
                <a:rPr sz="3600" b="1" kern="0" spc="-60" dirty="0">
                  <a:solidFill>
                    <a:srgbClr val="B0B01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爱</a:t>
              </a:r>
              <a:r>
                <a:rPr sz="3600" kern="0" spc="-980" dirty="0">
                  <a:solidFill>
                    <a:srgbClr val="B0B01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</a:t>
              </a:r>
              <a:r>
                <a:rPr sz="3600" b="1" kern="0" spc="-60" dirty="0">
                  <a:solidFill>
                    <a:srgbClr val="B0B01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尔</a:t>
              </a:r>
              <a:r>
                <a:rPr sz="3600" kern="0" spc="-910" dirty="0">
                  <a:solidFill>
                    <a:srgbClr val="B0B01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</a:t>
              </a:r>
              <a:r>
                <a:rPr sz="3600" b="1" kern="0" spc="-60" dirty="0">
                  <a:solidFill>
                    <a:srgbClr val="B0B01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兰</a:t>
              </a:r>
              <a:r>
                <a:rPr sz="3600" kern="0" spc="-1050" dirty="0">
                  <a:solidFill>
                    <a:srgbClr val="B0B01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</a:t>
              </a:r>
              <a:r>
                <a:rPr sz="3600" b="1" kern="0" spc="-60" dirty="0">
                  <a:solidFill>
                    <a:srgbClr val="B0B01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剧</a:t>
              </a:r>
              <a:r>
                <a:rPr sz="3600" kern="0" spc="-1060" dirty="0">
                  <a:solidFill>
                    <a:srgbClr val="B0B01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</a:t>
              </a:r>
              <a:r>
                <a:rPr sz="3600" b="1" kern="0" spc="-60" dirty="0">
                  <a:solidFill>
                    <a:srgbClr val="B0B01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作</a:t>
              </a:r>
              <a:r>
                <a:rPr sz="3600" kern="0" spc="-980" dirty="0">
                  <a:solidFill>
                    <a:srgbClr val="B0B01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</a:t>
              </a:r>
              <a:r>
                <a:rPr sz="3600" b="1" kern="0" spc="-70" dirty="0">
                  <a:solidFill>
                    <a:srgbClr val="B0B01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家)</a:t>
              </a:r>
              <a:endParaRPr sz="3600" dirty="0">
                <a:latin typeface="SimHei"/>
                <a:ea typeface="SimHei"/>
                <a:cs typeface="SimHei"/>
              </a:endParaRPr>
            </a:p>
          </p:txBody>
        </p:sp>
      </p:grpSp>
      <p:sp>
        <p:nvSpPr>
          <p:cNvPr id="6" name="textbox 6"/>
          <p:cNvSpPr/>
          <p:nvPr/>
        </p:nvSpPr>
        <p:spPr>
          <a:xfrm>
            <a:off x="1280454" y="16598829"/>
            <a:ext cx="5882640" cy="10928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621405" indent="-3608705" algn="l" rtl="0" eaLnBrk="0">
              <a:lnSpc>
                <a:spcPct val="95000"/>
              </a:lnSpc>
            </a:pPr>
            <a:r>
              <a:rPr sz="2200" b="1" kern="0" spc="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夏夏悦读坊</a:t>
            </a:r>
            <a:r>
              <a:rPr sz="2200" kern="0" spc="1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200" kern="0" spc="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+关注</a:t>
            </a:r>
            <a:r>
              <a:rPr sz="2200" kern="0" spc="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     </a:t>
            </a:r>
            <a:r>
              <a:rPr sz="2000" kern="0" spc="8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98</a:t>
            </a:r>
            <a:r>
              <a:rPr sz="2000" kern="0" spc="6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</a:t>
            </a:r>
            <a:r>
              <a:rPr sz="3000" kern="0" spc="-12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91      </a:t>
            </a:r>
            <a:r>
              <a:rPr sz="2200" kern="0" spc="-12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49</a:t>
            </a:r>
            <a:endParaRPr sz="22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586846" y="16649774"/>
            <a:ext cx="552457" cy="501552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666083" y="16617903"/>
            <a:ext cx="546087" cy="552546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751690" y="16611529"/>
            <a:ext cx="558827" cy="546171"/>
          </a:xfrm>
          <a:prstGeom prst="rect">
            <a:avLst/>
          </a:prstGeom>
        </p:spPr>
      </p:pic>
      <p:sp>
        <p:nvSpPr>
          <p:cNvPr id="14" name="textbox 14"/>
          <p:cNvSpPr/>
          <p:nvPr/>
        </p:nvSpPr>
        <p:spPr>
          <a:xfrm>
            <a:off x="134253" y="15480776"/>
            <a:ext cx="7915275" cy="7918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5575" algn="l" rtl="0" eaLnBrk="0">
              <a:lnSpc>
                <a:spcPct val="87000"/>
              </a:lnSpc>
            </a:pPr>
            <a:r>
              <a:rPr sz="2200" b="1" kern="0" spc="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“我见过的人越多，我就越喜欢狗。</a:t>
            </a:r>
            <a:r>
              <a:rPr sz="2200" kern="0" spc="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200" b="1" kern="0" spc="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”萧伯纳的毒舌金句#</a:t>
            </a:r>
            <a:endParaRPr sz="2200" dirty="0">
              <a:latin typeface="SimHei"/>
              <a:ea typeface="SimHei"/>
              <a:cs typeface="SimHei"/>
            </a:endParaRPr>
          </a:p>
          <a:p>
            <a:pPr algn="r" rtl="0" eaLnBrk="0">
              <a:lnSpc>
                <a:spcPts val="3745"/>
              </a:lnSpc>
            </a:pPr>
            <a:r>
              <a:rPr sz="2200" b="1" kern="0" spc="30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萧伯纳#作家毒舌语录#想到就去做#经典语录#</a:t>
            </a:r>
            <a:r>
              <a:rPr sz="2200" b="1" kern="0" spc="29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毒舌语录</a:t>
            </a:r>
            <a:endParaRPr sz="2200" dirty="0">
              <a:latin typeface="SimHei"/>
              <a:ea typeface="SimHei"/>
              <a:cs typeface="SimHei"/>
            </a:endParaRPr>
          </a:p>
        </p:txBody>
      </p:sp>
      <p:sp>
        <p:nvSpPr>
          <p:cNvPr id="16" name="textbox 16"/>
          <p:cNvSpPr/>
          <p:nvPr/>
        </p:nvSpPr>
        <p:spPr>
          <a:xfrm>
            <a:off x="365866" y="4772525"/>
            <a:ext cx="6606540" cy="770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69000"/>
              </a:lnSpc>
            </a:pPr>
            <a:r>
              <a:rPr sz="5600" b="1" kern="0" spc="100" dirty="0">
                <a:solidFill>
                  <a:srgbClr val="20D0F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挥霍青春就是犯罪</a:t>
            </a:r>
            <a:r>
              <a:rPr sz="5600" kern="0" spc="-850" dirty="0">
                <a:solidFill>
                  <a:srgbClr val="20D0F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100" kern="0" spc="100" dirty="0">
                <a:solidFill>
                  <a:srgbClr val="40B0D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</a:t>
            </a:r>
            <a:endParaRPr sz="7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textbox 18"/>
          <p:cNvSpPr/>
          <p:nvPr/>
        </p:nvSpPr>
        <p:spPr>
          <a:xfrm>
            <a:off x="416660" y="3855166"/>
            <a:ext cx="5156200" cy="765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2000"/>
              </a:lnSpc>
            </a:pPr>
            <a:r>
              <a:rPr sz="5600" b="1" kern="0" spc="340" dirty="0">
                <a:solidFill>
                  <a:srgbClr val="20C0F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青春是美妙的</a:t>
            </a:r>
            <a:r>
              <a:rPr sz="5900" kern="0" spc="-4260" dirty="0">
                <a:solidFill>
                  <a:srgbClr val="107888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</a:t>
            </a:r>
            <a:endParaRPr sz="5900" dirty="0">
              <a:latin typeface="SimHei"/>
              <a:ea typeface="SimHei"/>
              <a:cs typeface="SimHei"/>
            </a:endParaRPr>
          </a:p>
        </p:txBody>
      </p:sp>
      <p:sp>
        <p:nvSpPr>
          <p:cNvPr id="20" name="textbox 20"/>
          <p:cNvSpPr/>
          <p:nvPr/>
        </p:nvSpPr>
        <p:spPr>
          <a:xfrm>
            <a:off x="2647914" y="1287777"/>
            <a:ext cx="5372735" cy="4171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1000"/>
              </a:lnSpc>
            </a:pPr>
            <a:r>
              <a:rPr sz="2200" kern="0" spc="-1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关注</a:t>
            </a:r>
            <a:r>
              <a:rPr sz="2200" kern="0" spc="25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2200" kern="0" spc="-1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朋</a:t>
            </a:r>
            <a:r>
              <a:rPr sz="2200" kern="0" spc="2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2200" kern="0" spc="-1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友</a:t>
            </a:r>
            <a:r>
              <a:rPr sz="2200" kern="0" spc="2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3400" kern="0" spc="-160" baseline="-800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推荐</a:t>
            </a:r>
            <a:r>
              <a:rPr sz="2200" kern="0" spc="4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</a:t>
            </a:r>
            <a:r>
              <a:rPr sz="4900" kern="0" spc="-160" baseline="30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Ω</a:t>
            </a:r>
            <a:endParaRPr sz="4900" baseline="3000" dirty="0">
              <a:latin typeface="SimHei"/>
              <a:ea typeface="SimHei"/>
              <a:cs typeface="SimHei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22290" y="16554526"/>
            <a:ext cx="939789" cy="926980"/>
          </a:xfrm>
          <a:prstGeom prst="rect">
            <a:avLst/>
          </a:prstGeom>
        </p:spPr>
      </p:pic>
      <p:sp>
        <p:nvSpPr>
          <p:cNvPr id="24" name="textbox 24"/>
          <p:cNvSpPr/>
          <p:nvPr/>
        </p:nvSpPr>
        <p:spPr>
          <a:xfrm>
            <a:off x="920719" y="365821"/>
            <a:ext cx="1058545" cy="6140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4635"/>
              </a:lnSpc>
            </a:pPr>
            <a:r>
              <a:rPr sz="3400" kern="0" spc="-7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14:58</a:t>
            </a:r>
            <a:endParaRPr sz="3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" name="textbox 26"/>
          <p:cNvSpPr/>
          <p:nvPr/>
        </p:nvSpPr>
        <p:spPr>
          <a:xfrm>
            <a:off x="7607292" y="14131261"/>
            <a:ext cx="725805" cy="4489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3330"/>
              </a:lnSpc>
            </a:pPr>
            <a:r>
              <a:rPr sz="1800" kern="0" spc="12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弹</a:t>
            </a:r>
            <a:r>
              <a:rPr sz="2100" kern="0" spc="-15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</a:t>
            </a:r>
            <a:endParaRPr sz="2100" dirty="0">
              <a:latin typeface="SimHei"/>
              <a:ea typeface="SimHei"/>
              <a:cs typeface="SimHei"/>
            </a:endParaR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7512032" y="16655966"/>
            <a:ext cx="552457" cy="482612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7645390" y="17240200"/>
            <a:ext cx="285742" cy="29211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5016439"/>
            <a:ext cx="8382000" cy="6400902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4806950" y="17105352"/>
            <a:ext cx="2341245" cy="5880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4430"/>
              </a:lnSpc>
            </a:pPr>
            <a:r>
              <a:rPr sz="2100" kern="0" spc="-1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809</a:t>
            </a:r>
            <a:r>
              <a:rPr sz="2100" kern="0" spc="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</a:t>
            </a:r>
            <a:r>
              <a:rPr sz="2900" kern="0" spc="-1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129</a:t>
            </a:r>
            <a:r>
              <a:rPr sz="2900" kern="0" spc="1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</a:t>
            </a:r>
            <a:r>
              <a:rPr sz="2100" kern="0" spc="-1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638</a:t>
            </a:r>
            <a:endParaRPr sz="2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1269997" y="16611577"/>
            <a:ext cx="4972050" cy="6356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2300" kern="0" spc="5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小宝燃剪</a:t>
            </a:r>
            <a:r>
              <a:rPr sz="2300" kern="0" spc="99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100" kern="0" spc="5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+关注</a:t>
            </a:r>
            <a:r>
              <a:rPr sz="2100" kern="0" spc="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</a:t>
            </a:r>
            <a:endParaRPr sz="2100" dirty="0">
              <a:latin typeface="SimHei"/>
              <a:ea typeface="SimHei"/>
              <a:cs typeface="SimHei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681239" y="16624277"/>
            <a:ext cx="546087" cy="533423"/>
          </a:xfrm>
          <a:prstGeom prst="rect">
            <a:avLst/>
          </a:prstGeom>
        </p:spPr>
      </p:pic>
      <p:sp>
        <p:nvSpPr>
          <p:cNvPr id="10" name="textbox 10"/>
          <p:cNvSpPr/>
          <p:nvPr/>
        </p:nvSpPr>
        <p:spPr>
          <a:xfrm>
            <a:off x="374632" y="15422504"/>
            <a:ext cx="7502525" cy="3308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300" kern="0" spc="19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热评致敬伟大的英雄先辈</a:t>
            </a:r>
            <a:r>
              <a:rPr sz="2300" b="1" kern="0" spc="190" dirty="0">
                <a:solidFill>
                  <a:srgbClr val="D0D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儿</a:t>
            </a:r>
            <a:r>
              <a:rPr sz="2300" kern="0" spc="-290" dirty="0">
                <a:solidFill>
                  <a:srgbClr val="D0D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300" b="1" kern="0" spc="0" dirty="0">
                <a:solidFill>
                  <a:srgbClr val="D0D03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AL</a:t>
            </a:r>
            <a:r>
              <a:rPr sz="2300" b="1" kern="0" spc="10" dirty="0">
                <a:solidFill>
                  <a:srgbClr val="D0D03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</a:t>
            </a:r>
            <a:r>
              <a:rPr sz="2300" kern="0" spc="19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人民英雄永垂不朽</a:t>
            </a:r>
            <a:r>
              <a:rPr sz="2300" kern="0" spc="190" dirty="0">
                <a:solidFill>
                  <a:srgbClr val="B0B088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人</a:t>
            </a:r>
            <a:endParaRPr sz="2300" dirty="0">
              <a:latin typeface="SimHei"/>
              <a:ea typeface="SimHei"/>
              <a:cs typeface="SimHei"/>
            </a:endParaRPr>
          </a:p>
        </p:txBody>
      </p:sp>
      <p:sp>
        <p:nvSpPr>
          <p:cNvPr id="12" name="textbox 12"/>
          <p:cNvSpPr/>
          <p:nvPr/>
        </p:nvSpPr>
        <p:spPr>
          <a:xfrm>
            <a:off x="2654285" y="1299627"/>
            <a:ext cx="5316855" cy="4368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3240"/>
              </a:lnSpc>
            </a:pPr>
            <a:r>
              <a:rPr sz="3300" kern="0" spc="-10" baseline="100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关注</a:t>
            </a:r>
            <a:r>
              <a:rPr sz="2100" kern="0" spc="27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3600" kern="0" spc="-10" baseline="100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朋</a:t>
            </a:r>
            <a:r>
              <a:rPr sz="2300" kern="0" spc="1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3600" kern="0" spc="-10" baseline="100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友</a:t>
            </a:r>
            <a:r>
              <a:rPr sz="2300" kern="0" spc="13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3300" kern="0" spc="-10" baseline="1000" dirty="0">
                <a:solidFill>
                  <a:srgbClr val="506078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推荐</a:t>
            </a:r>
            <a:r>
              <a:rPr sz="2100" kern="0" spc="30" dirty="0">
                <a:solidFill>
                  <a:srgbClr val="506078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</a:t>
            </a:r>
            <a:r>
              <a:rPr sz="3200" kern="0" spc="-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Q</a:t>
            </a:r>
            <a:r>
              <a:rPr sz="3200" kern="0" spc="3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6400" kern="0" spc="-10" baseline="-90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endParaRPr sz="6400" baseline="-9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15877" y="240941"/>
            <a:ext cx="1841500" cy="7931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888365" algn="l" rtl="0" eaLnBrk="0">
              <a:lnSpc>
                <a:spcPct val="111000"/>
              </a:lnSpc>
            </a:pPr>
            <a:r>
              <a:rPr sz="3000" kern="0" spc="-5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19:06</a:t>
            </a:r>
            <a:r>
              <a:rPr sz="3000" kern="0" spc="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MS Gothic" panose="020B0609070205080204"/>
                <a:ea typeface="MS Gothic" panose="020B0609070205080204"/>
                <a:cs typeface="MS Gothic" panose="020B0609070205080204"/>
              </a:rPr>
              <a:t>✔</a:t>
            </a: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电话</a:t>
            </a:r>
            <a:endParaRPr sz="1600" dirty="0">
              <a:latin typeface="SimHei"/>
              <a:ea typeface="SimHei"/>
              <a:cs typeface="SimHei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22290" y="16554526"/>
            <a:ext cx="939789" cy="920606"/>
          </a:xfrm>
          <a:prstGeom prst="rect">
            <a:avLst/>
          </a:prstGeom>
        </p:spPr>
      </p:pic>
      <p:sp>
        <p:nvSpPr>
          <p:cNvPr id="18" name="textbox 18"/>
          <p:cNvSpPr/>
          <p:nvPr/>
        </p:nvSpPr>
        <p:spPr>
          <a:xfrm>
            <a:off x="6883421" y="11734224"/>
            <a:ext cx="1205865" cy="4387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71000"/>
              </a:lnSpc>
            </a:pPr>
            <a:r>
              <a:rPr sz="4200" kern="0" spc="-280" baseline="400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弹</a:t>
            </a:r>
            <a:r>
              <a:rPr sz="3800" kern="0" spc="-2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</a:t>
            </a:r>
            <a:r>
              <a:rPr sz="5500" kern="0" spc="-280" baseline="-400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口</a:t>
            </a:r>
            <a:endParaRPr sz="5500" baseline="-4000" dirty="0">
              <a:latin typeface="SimHei"/>
              <a:ea typeface="SimHei"/>
              <a:cs typeface="SimHei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768855" y="16617903"/>
            <a:ext cx="565114" cy="533423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604009" y="16649774"/>
            <a:ext cx="552457" cy="495178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7518402" y="16655966"/>
            <a:ext cx="546087" cy="47642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047750" y="1244593"/>
            <a:ext cx="476265" cy="463491"/>
          </a:xfrm>
          <a:prstGeom prst="rect">
            <a:avLst/>
          </a:prstGeom>
        </p:spPr>
      </p:pic>
      <p:sp>
        <p:nvSpPr>
          <p:cNvPr id="28" name="textbox 28"/>
          <p:cNvSpPr/>
          <p:nvPr/>
        </p:nvSpPr>
        <p:spPr>
          <a:xfrm>
            <a:off x="3486114" y="15997955"/>
            <a:ext cx="924560" cy="2641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800" kern="0" spc="19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2条回复</a:t>
            </a:r>
            <a:endParaRPr sz="1800" dirty="0">
              <a:latin typeface="SimHei"/>
              <a:ea typeface="SimHei"/>
              <a:cs typeface="SimHei"/>
            </a:endParaR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247688" y="1263716"/>
            <a:ext cx="285742" cy="431801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7594594" y="17233826"/>
            <a:ext cx="393703" cy="292117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2997235" y="15862295"/>
            <a:ext cx="273001" cy="41267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638261" y="8096237"/>
            <a:ext cx="6642148" cy="5670608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250445" y="3669588"/>
            <a:ext cx="7342505" cy="2266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1750" algn="l" rtl="0" eaLnBrk="0">
              <a:lnSpc>
                <a:spcPct val="85000"/>
              </a:lnSpc>
            </a:pPr>
            <a:r>
              <a:rPr sz="5000" b="1" kern="0" spc="140" dirty="0">
                <a:solidFill>
                  <a:srgbClr val="10C0F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家是世界上唯一隐藏</a:t>
            </a:r>
            <a:endParaRPr sz="5000" dirty="0">
              <a:latin typeface="SimHei"/>
              <a:ea typeface="SimHei"/>
              <a:cs typeface="SimHei"/>
            </a:endParaRPr>
          </a:p>
          <a:p>
            <a:pPr marL="31750" indent="-19050" algn="l" rtl="0" eaLnBrk="0">
              <a:lnSpc>
                <a:spcPct val="98000"/>
              </a:lnSpc>
              <a:spcBef>
                <a:spcPts val="55"/>
              </a:spcBef>
            </a:pPr>
            <a:r>
              <a:rPr sz="5000" b="1" kern="0" spc="190" dirty="0">
                <a:solidFill>
                  <a:srgbClr val="20C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人类缺点与失败的地方</a:t>
            </a:r>
            <a:r>
              <a:rPr sz="5300" kern="0" spc="190" dirty="0">
                <a:solidFill>
                  <a:srgbClr val="30A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</a:t>
            </a:r>
            <a:r>
              <a:rPr sz="5000" b="1" kern="0" spc="250" dirty="0">
                <a:solidFill>
                  <a:srgbClr val="10D0F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它同时隐藏着甜蜜的爱</a:t>
            </a:r>
            <a:r>
              <a:rPr sz="5300" kern="0" spc="-3260" dirty="0">
                <a:solidFill>
                  <a:srgbClr val="40B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。</a:t>
            </a:r>
            <a:endParaRPr sz="5300" dirty="0">
              <a:latin typeface="SimHei"/>
              <a:ea typeface="SimHei"/>
              <a:cs typeface="SimHei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115428" y="15467767"/>
            <a:ext cx="7909560" cy="8051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1925" algn="l" rtl="0" eaLnBrk="0">
              <a:lnSpc>
                <a:spcPct val="86000"/>
              </a:lnSpc>
            </a:pPr>
            <a:r>
              <a:rPr sz="2300" b="1" kern="0" spc="-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“我见过的人越多，我就越</a:t>
            </a:r>
            <a:r>
              <a:rPr sz="2300" b="1" kern="0" spc="-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喜欢狗。</a:t>
            </a:r>
            <a:r>
              <a:rPr sz="2300" kern="0" spc="-59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300" b="1" kern="0" spc="-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”萧伯纳的毒舌金句#</a:t>
            </a:r>
            <a:endParaRPr sz="2300" dirty="0">
              <a:latin typeface="SimHei"/>
              <a:ea typeface="SimHei"/>
              <a:cs typeface="SimHei"/>
            </a:endParaRPr>
          </a:p>
          <a:p>
            <a:pPr algn="r" rtl="0" eaLnBrk="0">
              <a:lnSpc>
                <a:spcPts val="3750"/>
              </a:lnSpc>
            </a:pPr>
            <a:r>
              <a:rPr sz="2300" b="1" kern="0" spc="2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萧伯纳#作家毒舌语录#想到就去做</a:t>
            </a:r>
            <a:r>
              <a:rPr sz="2300" b="1" kern="0" spc="20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#经典语录#毒舌语录</a:t>
            </a:r>
            <a:endParaRPr sz="2300" dirty="0">
              <a:latin typeface="SimHei"/>
              <a:ea typeface="SimHei"/>
              <a:cs typeface="SimHei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381371" y="8435360"/>
            <a:ext cx="5643880" cy="5130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3700" b="1" kern="0" spc="280" dirty="0">
                <a:solidFill>
                  <a:srgbClr val="D0B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一萧伯纳</a:t>
            </a:r>
            <a:r>
              <a:rPr sz="3700" b="1" kern="0" spc="280" dirty="0">
                <a:solidFill>
                  <a:srgbClr val="B0B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(爱尔兰剧作</a:t>
            </a:r>
            <a:r>
              <a:rPr sz="3700" b="1" kern="0" spc="270" dirty="0">
                <a:solidFill>
                  <a:srgbClr val="B0B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家)</a:t>
            </a:r>
            <a:endParaRPr sz="3700" dirty="0">
              <a:latin typeface="SimHei"/>
              <a:ea typeface="SimHei"/>
              <a:cs typeface="SimHei"/>
            </a:endParaRPr>
          </a:p>
        </p:txBody>
      </p:sp>
      <p:sp>
        <p:nvSpPr>
          <p:cNvPr id="10" name="textbox 10"/>
          <p:cNvSpPr/>
          <p:nvPr/>
        </p:nvSpPr>
        <p:spPr>
          <a:xfrm>
            <a:off x="2667025" y="1350199"/>
            <a:ext cx="3034030" cy="3543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590"/>
              </a:lnSpc>
            </a:pPr>
            <a:r>
              <a:rPr sz="3300" kern="0" spc="20" baseline="500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关注</a:t>
            </a:r>
            <a:r>
              <a:rPr sz="2100" kern="0" spc="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</a:t>
            </a:r>
            <a:r>
              <a:rPr sz="3300" kern="0" spc="20" baseline="-500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推荐</a:t>
            </a:r>
            <a:endParaRPr sz="3300" baseline="-5000" dirty="0">
              <a:latin typeface="SimHei"/>
              <a:ea typeface="SimHei"/>
              <a:cs typeface="SimHei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22290" y="16554526"/>
            <a:ext cx="939789" cy="92698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946440" y="16802024"/>
            <a:ext cx="914392" cy="444550"/>
          </a:xfrm>
          <a:prstGeom prst="rect">
            <a:avLst/>
          </a:prstGeom>
        </p:spPr>
      </p:pic>
      <p:sp>
        <p:nvSpPr>
          <p:cNvPr id="16" name="textbox 16"/>
          <p:cNvSpPr/>
          <p:nvPr/>
        </p:nvSpPr>
        <p:spPr>
          <a:xfrm>
            <a:off x="1280363" y="16922754"/>
            <a:ext cx="2473960" cy="312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5000"/>
              </a:lnSpc>
            </a:pPr>
            <a:r>
              <a:rPr sz="2200" b="1" kern="0" spc="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夏夏悦读坊</a:t>
            </a:r>
            <a:r>
              <a:rPr sz="2200" kern="0" spc="1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200" kern="0" spc="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+关注</a:t>
            </a:r>
            <a:endParaRPr sz="2200" dirty="0">
              <a:latin typeface="SimHei"/>
              <a:ea typeface="SimHei"/>
              <a:cs typeface="SimHei"/>
            </a:endParaRPr>
          </a:p>
        </p:txBody>
      </p:sp>
      <p:sp>
        <p:nvSpPr>
          <p:cNvPr id="18" name="textbox 18"/>
          <p:cNvSpPr/>
          <p:nvPr/>
        </p:nvSpPr>
        <p:spPr>
          <a:xfrm>
            <a:off x="920719" y="365821"/>
            <a:ext cx="1058545" cy="6140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4635"/>
              </a:lnSpc>
            </a:pPr>
            <a:r>
              <a:rPr sz="3400" kern="0" spc="-7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14:58</a:t>
            </a:r>
            <a:endParaRPr sz="3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762484" y="16611529"/>
            <a:ext cx="558827" cy="546171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676876" y="16617903"/>
            <a:ext cx="546087" cy="552546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597640" y="16649774"/>
            <a:ext cx="552457" cy="495178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7505663" y="16655966"/>
            <a:ext cx="558827" cy="482612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7645390" y="17240200"/>
            <a:ext cx="285742" cy="29211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1767" y="8299482"/>
            <a:ext cx="8242273" cy="5460990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278567" y="3853364"/>
            <a:ext cx="7053580" cy="19151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5000"/>
              </a:lnSpc>
            </a:pPr>
            <a:r>
              <a:rPr sz="6500" b="1" kern="0" spc="-30" dirty="0">
                <a:solidFill>
                  <a:srgbClr val="10C0F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我见过的人越多，</a:t>
            </a:r>
            <a:endParaRPr sz="65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7000"/>
              </a:lnSpc>
              <a:spcBef>
                <a:spcPts val="85"/>
              </a:spcBef>
            </a:pPr>
            <a:r>
              <a:rPr sz="6500" b="1" kern="0" spc="400" dirty="0">
                <a:solidFill>
                  <a:srgbClr val="10C0F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我就越喜欢狗</a:t>
            </a:r>
            <a:r>
              <a:rPr sz="7000" kern="0" spc="400" dirty="0">
                <a:solidFill>
                  <a:srgbClr val="40C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。</a:t>
            </a:r>
            <a:endParaRPr sz="7000" dirty="0">
              <a:latin typeface="SimHei"/>
              <a:ea typeface="SimHei"/>
              <a:cs typeface="SimHei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123797" y="15484863"/>
            <a:ext cx="7936230" cy="7848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5575" algn="l" rtl="0" eaLnBrk="0">
              <a:lnSpc>
                <a:spcPct val="87000"/>
              </a:lnSpc>
            </a:pPr>
            <a:r>
              <a:rPr sz="2200" kern="0" spc="5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“我见过的人越多，</a:t>
            </a:r>
            <a:r>
              <a:rPr sz="2200" kern="0" spc="-45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200" kern="0" spc="5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我就越喜欢狗。</a:t>
            </a:r>
            <a:r>
              <a:rPr sz="2200" kern="0" spc="65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200" kern="0" spc="5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”萧伯纳的毒舌金句#</a:t>
            </a:r>
            <a:endParaRPr sz="2200" dirty="0">
              <a:latin typeface="SimHei"/>
              <a:ea typeface="SimHei"/>
              <a:cs typeface="SimHei"/>
            </a:endParaRPr>
          </a:p>
          <a:p>
            <a:pPr algn="r" rtl="0" eaLnBrk="0">
              <a:lnSpc>
                <a:spcPts val="3695"/>
              </a:lnSpc>
            </a:pPr>
            <a:r>
              <a:rPr sz="2200" kern="0" spc="3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萧伯纳#作家毒舌语</a:t>
            </a:r>
            <a:r>
              <a:rPr sz="2200" kern="0" spc="3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录#想到就去做#经典语录#毒舌语录</a:t>
            </a:r>
            <a:endParaRPr sz="2200" dirty="0">
              <a:latin typeface="SimHei"/>
              <a:ea typeface="SimHei"/>
              <a:cs typeface="SimHei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2647914" y="1296947"/>
            <a:ext cx="5334000" cy="4083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2000"/>
              </a:lnSpc>
            </a:pPr>
            <a:r>
              <a:rPr sz="2200" kern="0" spc="-15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关注</a:t>
            </a:r>
            <a:r>
              <a:rPr sz="2200" kern="0" spc="2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2200" kern="0" spc="-15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朋</a:t>
            </a:r>
            <a:r>
              <a:rPr sz="2200" kern="0" spc="2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2200" kern="0" spc="-15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友</a:t>
            </a:r>
            <a:r>
              <a:rPr sz="2200" kern="0" spc="-15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</a:t>
            </a:r>
            <a:r>
              <a:rPr sz="3400" kern="0" spc="-150" baseline="-800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推荐</a:t>
            </a:r>
            <a:r>
              <a:rPr sz="2200" kern="0" spc="4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</a:t>
            </a:r>
            <a:r>
              <a:rPr sz="4700" kern="0" spc="-150" baseline="30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Ω</a:t>
            </a:r>
            <a:endParaRPr sz="4700" baseline="3000" dirty="0">
              <a:latin typeface="SimHei"/>
              <a:ea typeface="SimHei"/>
              <a:cs typeface="SimHei"/>
            </a:endParaRPr>
          </a:p>
        </p:txBody>
      </p:sp>
      <p:sp>
        <p:nvSpPr>
          <p:cNvPr id="10" name="textbox 10"/>
          <p:cNvSpPr/>
          <p:nvPr/>
        </p:nvSpPr>
        <p:spPr>
          <a:xfrm>
            <a:off x="4889513" y="17092018"/>
            <a:ext cx="3048000" cy="605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4565"/>
              </a:lnSpc>
            </a:pPr>
            <a:r>
              <a:rPr sz="2000" kern="0" spc="8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98</a:t>
            </a:r>
            <a:r>
              <a:rPr sz="2000" kern="0" spc="6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</a:t>
            </a:r>
            <a:r>
              <a:rPr sz="3100" kern="0" spc="-12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91      </a:t>
            </a:r>
            <a:r>
              <a:rPr sz="2200" kern="0" spc="-12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49         </a:t>
            </a:r>
            <a:endParaRPr sz="22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676145" y="17240200"/>
            <a:ext cx="279372" cy="292117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22290" y="16554526"/>
            <a:ext cx="939789" cy="926980"/>
          </a:xfrm>
          <a:prstGeom prst="rect">
            <a:avLst/>
          </a:prstGeom>
        </p:spPr>
      </p:pic>
      <p:sp>
        <p:nvSpPr>
          <p:cNvPr id="16" name="textbox 16"/>
          <p:cNvSpPr/>
          <p:nvPr/>
        </p:nvSpPr>
        <p:spPr>
          <a:xfrm>
            <a:off x="920719" y="372490"/>
            <a:ext cx="1043305" cy="605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4565"/>
              </a:lnSpc>
            </a:pPr>
            <a:r>
              <a:rPr sz="3300" kern="0" spc="-5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14:58</a:t>
            </a:r>
            <a:endParaRPr sz="3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textbox 18"/>
          <p:cNvSpPr/>
          <p:nvPr/>
        </p:nvSpPr>
        <p:spPr>
          <a:xfrm>
            <a:off x="1269997" y="16933384"/>
            <a:ext cx="1560830" cy="3155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200" kern="0" spc="2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夏夏悦读坊</a:t>
            </a:r>
            <a:endParaRPr sz="2200" dirty="0">
              <a:latin typeface="SimHei"/>
              <a:ea typeface="SimHei"/>
              <a:cs typeface="SimHei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756114" y="16611529"/>
            <a:ext cx="565198" cy="546171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676876" y="16617903"/>
            <a:ext cx="546087" cy="552546"/>
          </a:xfrm>
          <a:prstGeom prst="rect">
            <a:avLst/>
          </a:prstGeom>
        </p:spPr>
      </p:pic>
      <p:sp>
        <p:nvSpPr>
          <p:cNvPr id="24" name="textbox 24"/>
          <p:cNvSpPr/>
          <p:nvPr/>
        </p:nvSpPr>
        <p:spPr>
          <a:xfrm>
            <a:off x="7607293" y="14142171"/>
            <a:ext cx="725805" cy="4375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3245"/>
              </a:lnSpc>
            </a:pPr>
            <a:r>
              <a:rPr sz="1700" kern="0" spc="12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弹</a:t>
            </a:r>
            <a:r>
              <a:rPr sz="2100" kern="0" spc="-14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</a:t>
            </a:r>
            <a:endParaRPr sz="2100" dirty="0">
              <a:latin typeface="SimHei"/>
              <a:ea typeface="SimHei"/>
              <a:cs typeface="SimHei"/>
            </a:endParaR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597640" y="16649774"/>
            <a:ext cx="546087" cy="501552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7505663" y="16655966"/>
            <a:ext cx="558827" cy="4826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1600000">
            <a:off x="0" y="8559729"/>
            <a:ext cx="8318802" cy="7842364"/>
            <a:chOff x="0" y="0"/>
            <a:chExt cx="8318802" cy="7842364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8318465" cy="7842364"/>
            </a:xfrm>
            <a:prstGeom prst="rect">
              <a:avLst/>
            </a:prstGeom>
          </p:spPr>
        </p:pic>
        <p:sp>
          <p:nvSpPr>
            <p:cNvPr id="4" name="textbox 4"/>
            <p:cNvSpPr/>
            <p:nvPr/>
          </p:nvSpPr>
          <p:spPr>
            <a:xfrm>
              <a:off x="121356" y="2329197"/>
              <a:ext cx="8210550" cy="99313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0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6000"/>
                </a:lnSpc>
              </a:pPr>
              <a:r>
                <a:rPr sz="7400" b="1" kern="0" spc="150" dirty="0">
                  <a:solidFill>
                    <a:srgbClr val="D0604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祝太阳系一</a:t>
              </a:r>
              <a:r>
                <a:rPr sz="7400" kern="0" spc="150" dirty="0">
                  <a:solidFill>
                    <a:srgbClr val="D0604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切顺利!</a:t>
              </a:r>
              <a:endParaRPr sz="7400" dirty="0">
                <a:latin typeface="SimHei"/>
                <a:ea typeface="SimHei"/>
                <a:cs typeface="SimHei"/>
              </a:endParaRPr>
            </a:p>
          </p:txBody>
        </p:sp>
        <p:sp>
          <p:nvSpPr>
            <p:cNvPr id="6" name="textbox 6"/>
            <p:cNvSpPr/>
            <p:nvPr/>
          </p:nvSpPr>
          <p:spPr>
            <a:xfrm>
              <a:off x="283680" y="6927065"/>
              <a:ext cx="7501890" cy="33083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7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7000"/>
                </a:lnSpc>
              </a:pPr>
              <a:r>
                <a:rPr sz="2300" b="1" kern="0" spc="17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太阳系一切顺利#我要上热门#正能量#科普#地球#正心</a:t>
              </a:r>
              <a:endParaRPr sz="2300" dirty="0">
                <a:latin typeface="SimHei"/>
                <a:ea typeface="SimHei"/>
                <a:cs typeface="SimHei"/>
              </a:endParaRPr>
            </a:p>
          </p:txBody>
        </p:sp>
        <p:sp>
          <p:nvSpPr>
            <p:cNvPr id="8" name="textbox 8"/>
            <p:cNvSpPr/>
            <p:nvPr/>
          </p:nvSpPr>
          <p:spPr>
            <a:xfrm>
              <a:off x="6502377" y="6072187"/>
              <a:ext cx="1565910" cy="6051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r" rtl="0" eaLnBrk="0">
                <a:lnSpc>
                  <a:spcPts val="4565"/>
                </a:lnSpc>
              </a:pPr>
              <a:r>
                <a:rPr sz="3300" b="1" kern="0" spc="-12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01</a:t>
              </a:r>
              <a:r>
                <a:rPr sz="2200" kern="0" spc="-11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:</a:t>
              </a:r>
              <a:r>
                <a:rPr sz="3300" b="1" kern="0" spc="-11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23   </a:t>
              </a:r>
              <a:r>
                <a:rPr sz="2900" kern="0" spc="-90" baseline="1400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弹</a:t>
              </a:r>
              <a:endParaRPr sz="2900" baseline="14000" dirty="0">
                <a:latin typeface="SimHei"/>
                <a:ea typeface="SimHei"/>
                <a:cs typeface="SimHei"/>
              </a:endParaRPr>
            </a:p>
          </p:txBody>
        </p:sp>
        <p:sp>
          <p:nvSpPr>
            <p:cNvPr id="10" name="textbox 10"/>
            <p:cNvSpPr/>
            <p:nvPr/>
          </p:nvSpPr>
          <p:spPr>
            <a:xfrm>
              <a:off x="276946" y="7441975"/>
              <a:ext cx="619125" cy="30289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5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7000"/>
                </a:lnSpc>
              </a:pPr>
              <a:r>
                <a:rPr sz="2100" b="1" kern="0" spc="24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正念</a:t>
              </a:r>
              <a:endParaRPr sz="2100" dirty="0">
                <a:latin typeface="SimHei"/>
                <a:ea typeface="SimHei"/>
                <a:cs typeface="SimHei"/>
              </a:endParaRPr>
            </a:p>
          </p:txBody>
        </p:sp>
      </p:grpSp>
      <p:sp>
        <p:nvSpPr>
          <p:cNvPr id="12" name="textbox 12"/>
          <p:cNvSpPr/>
          <p:nvPr/>
        </p:nvSpPr>
        <p:spPr>
          <a:xfrm>
            <a:off x="387372" y="4364017"/>
            <a:ext cx="7882255" cy="7410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5400" kern="0" spc="200" dirty="0">
                <a:solidFill>
                  <a:srgbClr val="80706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公</a:t>
            </a:r>
            <a:r>
              <a:rPr sz="5400" b="1" kern="0" spc="200" dirty="0">
                <a:solidFill>
                  <a:srgbClr val="80706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平自由平等法制的政权</a:t>
            </a:r>
            <a:endParaRPr sz="5400" dirty="0">
              <a:latin typeface="SimHei"/>
              <a:ea typeface="SimHei"/>
              <a:cs typeface="SimHei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550109" y="5550718"/>
            <a:ext cx="7447915" cy="7708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5700" b="1" kern="0" spc="110" dirty="0">
                <a:solidFill>
                  <a:srgbClr val="C08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你们都会被银河系淘汰</a:t>
            </a:r>
            <a:endParaRPr sz="5700" dirty="0">
              <a:latin typeface="SimHei"/>
              <a:ea typeface="SimHei"/>
              <a:cs typeface="SimHei"/>
            </a:endParaRPr>
          </a:p>
        </p:txBody>
      </p:sp>
      <p:sp>
        <p:nvSpPr>
          <p:cNvPr id="16" name="textbox 16"/>
          <p:cNvSpPr/>
          <p:nvPr/>
        </p:nvSpPr>
        <p:spPr>
          <a:xfrm>
            <a:off x="107916" y="6717942"/>
            <a:ext cx="8070850" cy="705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5200" kern="0" spc="-90" dirty="0">
                <a:solidFill>
                  <a:srgbClr val="806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无</a:t>
            </a:r>
            <a:r>
              <a:rPr sz="5200" kern="0" spc="-810" dirty="0">
                <a:solidFill>
                  <a:srgbClr val="806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5200" kern="0" spc="-90" dirty="0">
                <a:solidFill>
                  <a:srgbClr val="806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辜</a:t>
            </a:r>
            <a:r>
              <a:rPr sz="5200" b="1" kern="0" spc="-90" dirty="0">
                <a:solidFill>
                  <a:srgbClr val="806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离开的人我们会照顽好</a:t>
            </a:r>
            <a:endParaRPr sz="5200" dirty="0">
              <a:latin typeface="SimHei"/>
              <a:ea typeface="SimHei"/>
              <a:cs typeface="SimHei"/>
            </a:endParaRPr>
          </a:p>
        </p:txBody>
      </p:sp>
      <p:sp>
        <p:nvSpPr>
          <p:cNvPr id="18" name="textbox 18"/>
          <p:cNvSpPr/>
          <p:nvPr/>
        </p:nvSpPr>
        <p:spPr>
          <a:xfrm>
            <a:off x="1203702" y="7858023"/>
            <a:ext cx="6391910" cy="7385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5400" b="1" kern="0" spc="140" dirty="0">
                <a:solidFill>
                  <a:srgbClr val="A08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给予他们很好的未来</a:t>
            </a:r>
            <a:endParaRPr sz="5400" dirty="0">
              <a:latin typeface="SimHei"/>
              <a:ea typeface="SimHei"/>
              <a:cs typeface="SimHei"/>
            </a:endParaRPr>
          </a:p>
        </p:txBody>
      </p:sp>
      <p:sp>
        <p:nvSpPr>
          <p:cNvPr id="20" name="textbox 20"/>
          <p:cNvSpPr/>
          <p:nvPr/>
        </p:nvSpPr>
        <p:spPr>
          <a:xfrm>
            <a:off x="234988" y="16548018"/>
            <a:ext cx="3216910" cy="955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26465" algn="l" rtl="0" eaLnBrk="0">
              <a:lnSpc>
                <a:spcPct val="87000"/>
              </a:lnSpc>
              <a:spcBef>
                <a:spcPts val="5"/>
              </a:spcBef>
              <a:tabLst>
                <a:tab pos="1051560" algn="l"/>
              </a:tabLst>
            </a:pPr>
            <a:r>
              <a:rPr sz="2300" kern="0" spc="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2300" b="1" kern="0" spc="3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寰宇奥秘</a:t>
            </a:r>
            <a:r>
              <a:rPr sz="2300" kern="0" spc="105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100" b="1" kern="0" spc="3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+关注</a:t>
            </a:r>
            <a:endParaRPr sz="2100" dirty="0">
              <a:latin typeface="SimHei"/>
              <a:ea typeface="SimHei"/>
              <a:cs typeface="SimHei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47688" y="16560718"/>
            <a:ext cx="914392" cy="927162"/>
          </a:xfrm>
          <a:prstGeom prst="rect">
            <a:avLst/>
          </a:prstGeom>
        </p:spPr>
      </p:pic>
      <p:sp>
        <p:nvSpPr>
          <p:cNvPr id="24" name="textbox 24"/>
          <p:cNvSpPr/>
          <p:nvPr/>
        </p:nvSpPr>
        <p:spPr>
          <a:xfrm>
            <a:off x="2734542" y="3158365"/>
            <a:ext cx="2917825" cy="7708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5700" b="1" kern="0" spc="-40" dirty="0">
                <a:solidFill>
                  <a:srgbClr val="A0503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任何没有</a:t>
            </a:r>
            <a:endParaRPr sz="5700" dirty="0">
              <a:latin typeface="SimHei"/>
              <a:ea typeface="SimHei"/>
              <a:cs typeface="SimHei"/>
            </a:endParaRPr>
          </a:p>
        </p:txBody>
      </p:sp>
      <p:sp>
        <p:nvSpPr>
          <p:cNvPr id="26" name="textbox 26"/>
          <p:cNvSpPr/>
          <p:nvPr/>
        </p:nvSpPr>
        <p:spPr>
          <a:xfrm>
            <a:off x="2571722" y="1437791"/>
            <a:ext cx="3147695" cy="380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2700" kern="0" spc="-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关注</a:t>
            </a:r>
            <a:r>
              <a:rPr sz="2700" kern="0" spc="47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2700" kern="0" spc="-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朋友</a:t>
            </a:r>
            <a:r>
              <a:rPr sz="2700" kern="0" spc="6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2700" b="1" kern="0" spc="-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推</a:t>
            </a:r>
            <a:r>
              <a:rPr sz="2700" kern="0" spc="-40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700" b="1" kern="0" spc="-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荐</a:t>
            </a:r>
            <a:endParaRPr sz="2700" dirty="0">
              <a:latin typeface="SimHei"/>
              <a:ea typeface="SimHei"/>
              <a:cs typeface="SimHei"/>
            </a:endParaR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676876" y="16617903"/>
            <a:ext cx="546087" cy="552546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787882" y="16611529"/>
            <a:ext cx="539800" cy="552546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597640" y="16649774"/>
            <a:ext cx="546087" cy="501552"/>
          </a:xfrm>
          <a:prstGeom prst="rect">
            <a:avLst/>
          </a:prstGeom>
        </p:spPr>
      </p:pic>
      <p:sp>
        <p:nvSpPr>
          <p:cNvPr id="34" name="textbox 34"/>
          <p:cNvSpPr/>
          <p:nvPr/>
        </p:nvSpPr>
        <p:spPr>
          <a:xfrm>
            <a:off x="1111242" y="527088"/>
            <a:ext cx="944245" cy="3727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73000"/>
              </a:lnSpc>
            </a:pPr>
            <a:r>
              <a:rPr sz="3100" b="1" kern="0" spc="-15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15:09</a:t>
            </a:r>
            <a:endParaRPr sz="3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7512032" y="16655966"/>
            <a:ext cx="546087" cy="4826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051271" y="8350292"/>
            <a:ext cx="4324358" cy="5448242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350946" y="5226170"/>
            <a:ext cx="5730240" cy="13042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4400" b="1" kern="0" spc="150" dirty="0">
                <a:solidFill>
                  <a:srgbClr val="904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不是远方的高山</a:t>
            </a:r>
            <a:r>
              <a:rPr sz="4100" kern="0" spc="150" dirty="0">
                <a:solidFill>
                  <a:srgbClr val="904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</a:t>
            </a:r>
            <a:endParaRPr sz="4100" dirty="0">
              <a:latin typeface="SimHei"/>
              <a:ea typeface="SimHei"/>
              <a:cs typeface="SimHei"/>
            </a:endParaRPr>
          </a:p>
          <a:p>
            <a:pPr algn="r" rtl="0" eaLnBrk="0">
              <a:lnSpc>
                <a:spcPts val="5550"/>
              </a:lnSpc>
            </a:pPr>
            <a:r>
              <a:rPr sz="4400" b="1" kern="0" spc="160" dirty="0">
                <a:solidFill>
                  <a:srgbClr val="A04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而是鞋里的一粒沙子</a:t>
            </a:r>
            <a:r>
              <a:rPr sz="4100" kern="0" spc="-2500" dirty="0">
                <a:solidFill>
                  <a:srgbClr val="904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。</a:t>
            </a:r>
            <a:endParaRPr sz="4100" dirty="0">
              <a:latin typeface="SimHei"/>
              <a:ea typeface="SimHei"/>
              <a:cs typeface="SimHei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271030" y="15448516"/>
            <a:ext cx="7724140" cy="8496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2400" b="1" kern="0" spc="3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伏尔泰|我不赞成你的观点，</a:t>
            </a:r>
            <a:r>
              <a:rPr sz="2400" kern="0" spc="-35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400" b="1" kern="0" spc="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但我誓死捍卫你说话的权利</a:t>
            </a:r>
            <a:endParaRPr sz="2400" dirty="0">
              <a:latin typeface="SimHei"/>
              <a:ea typeface="SimHei"/>
              <a:cs typeface="SimHei"/>
            </a:endParaRPr>
          </a:p>
          <a:p>
            <a:pPr marL="19050" algn="l" rtl="0" eaLnBrk="0">
              <a:lnSpc>
                <a:spcPts val="4050"/>
              </a:lnSpc>
            </a:pPr>
            <a:r>
              <a:rPr sz="2400" b="1" kern="0" spc="17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#文学#哲学#金句#与伟大的灵魂对</a:t>
            </a:r>
            <a:r>
              <a:rPr sz="2400" b="1" kern="0" spc="1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话</a:t>
            </a:r>
            <a:endParaRPr sz="2400" dirty="0">
              <a:latin typeface="SimHei"/>
              <a:ea typeface="SimHei"/>
              <a:cs typeface="SimHei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647957" y="16795832"/>
            <a:ext cx="908022" cy="457116"/>
          </a:xfrm>
          <a:prstGeom prst="rect">
            <a:avLst/>
          </a:prstGeom>
        </p:spPr>
      </p:pic>
      <p:sp>
        <p:nvSpPr>
          <p:cNvPr id="10" name="textbox 10"/>
          <p:cNvSpPr/>
          <p:nvPr/>
        </p:nvSpPr>
        <p:spPr>
          <a:xfrm>
            <a:off x="209590" y="16548018"/>
            <a:ext cx="3225800" cy="9404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45515" algn="l" rtl="0" eaLnBrk="0">
              <a:lnSpc>
                <a:spcPct val="85000"/>
              </a:lnSpc>
              <a:spcBef>
                <a:spcPts val="0"/>
              </a:spcBef>
              <a:tabLst>
                <a:tab pos="1057910" algn="l"/>
              </a:tabLst>
            </a:pPr>
            <a:r>
              <a:rPr sz="2400" kern="0" spc="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2400" b="1" kern="0" spc="9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全球悦读</a:t>
            </a:r>
            <a:r>
              <a:rPr sz="2400" kern="0" spc="75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900" kern="0" spc="90" baseline="500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+关注</a:t>
            </a:r>
            <a:endParaRPr sz="2900" baseline="5000" dirty="0">
              <a:latin typeface="SimHei"/>
              <a:ea typeface="SimHei"/>
              <a:cs typeface="SimHei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22290" y="16560718"/>
            <a:ext cx="933419" cy="914414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181864" y="5702297"/>
            <a:ext cx="1200134" cy="1758895"/>
          </a:xfrm>
          <a:prstGeom prst="rect">
            <a:avLst/>
          </a:prstGeom>
        </p:spPr>
      </p:pic>
      <p:sp>
        <p:nvSpPr>
          <p:cNvPr id="16" name="textbox 16"/>
          <p:cNvSpPr/>
          <p:nvPr/>
        </p:nvSpPr>
        <p:spPr>
          <a:xfrm>
            <a:off x="384113" y="11584234"/>
            <a:ext cx="4603750" cy="4775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7000"/>
              </a:lnSpc>
            </a:pPr>
            <a:r>
              <a:rPr sz="3400" b="1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〔法〕思想家、</a:t>
            </a:r>
            <a:r>
              <a:rPr sz="3400" kern="0" spc="-7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3400" b="1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文学家</a:t>
            </a:r>
            <a:endParaRPr sz="3400" dirty="0">
              <a:latin typeface="SimHei"/>
              <a:ea typeface="SimHei"/>
              <a:cs typeface="SimHei"/>
            </a:endParaRPr>
          </a:p>
        </p:txBody>
      </p:sp>
      <p:sp>
        <p:nvSpPr>
          <p:cNvPr id="18" name="textbox 18"/>
          <p:cNvSpPr/>
          <p:nvPr/>
        </p:nvSpPr>
        <p:spPr>
          <a:xfrm>
            <a:off x="350946" y="4540293"/>
            <a:ext cx="2896870" cy="6038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4400" b="1" kern="0" spc="90" dirty="0">
                <a:solidFill>
                  <a:srgbClr val="904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使人疲惫的</a:t>
            </a:r>
            <a:endParaRPr sz="4400" dirty="0">
              <a:latin typeface="SimHei"/>
              <a:ea typeface="SimHei"/>
              <a:cs typeface="SimHei"/>
            </a:endParaRPr>
          </a:p>
        </p:txBody>
      </p:sp>
      <p:sp>
        <p:nvSpPr>
          <p:cNvPr id="20" name="textbox 20"/>
          <p:cNvSpPr/>
          <p:nvPr/>
        </p:nvSpPr>
        <p:spPr>
          <a:xfrm>
            <a:off x="971514" y="10592644"/>
            <a:ext cx="2718435" cy="5632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4100" kern="0" spc="120" dirty="0">
                <a:solidFill>
                  <a:srgbClr val="A04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——</a:t>
            </a:r>
            <a:r>
              <a:rPr sz="4100" b="1" kern="0" spc="120" dirty="0">
                <a:solidFill>
                  <a:srgbClr val="A04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伏尔泰</a:t>
            </a:r>
            <a:endParaRPr sz="4100" dirty="0">
              <a:latin typeface="SimHei"/>
              <a:ea typeface="SimHei"/>
              <a:cs typeface="SimHei"/>
            </a:endParaRPr>
          </a:p>
        </p:txBody>
      </p:sp>
      <p:sp>
        <p:nvSpPr>
          <p:cNvPr id="22" name="textbox 22"/>
          <p:cNvSpPr/>
          <p:nvPr/>
        </p:nvSpPr>
        <p:spPr>
          <a:xfrm>
            <a:off x="2647914" y="1391477"/>
            <a:ext cx="3043555" cy="312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2200" kern="0" spc="-40" dirty="0">
                <a:solidFill>
                  <a:srgbClr val="909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关注</a:t>
            </a:r>
            <a:r>
              <a:rPr sz="2200" kern="0" spc="170" dirty="0">
                <a:solidFill>
                  <a:srgbClr val="909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2200" kern="0" spc="-40" dirty="0">
                <a:solidFill>
                  <a:srgbClr val="586878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朋</a:t>
            </a:r>
            <a:r>
              <a:rPr sz="2200" kern="0" spc="-450" dirty="0">
                <a:solidFill>
                  <a:srgbClr val="586878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200" kern="0" spc="-40" dirty="0">
                <a:solidFill>
                  <a:srgbClr val="586878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友</a:t>
            </a:r>
            <a:r>
              <a:rPr sz="2200" kern="0" spc="-40" dirty="0">
                <a:solidFill>
                  <a:srgbClr val="586878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2200" kern="0" spc="-50" dirty="0">
                <a:solidFill>
                  <a:srgbClr val="586878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200" b="1" kern="0" spc="-5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推荐</a:t>
            </a:r>
            <a:endParaRPr sz="2200" dirty="0">
              <a:latin typeface="SimHei"/>
              <a:ea typeface="SimHei"/>
              <a:cs typeface="SimHei"/>
            </a:endParaRPr>
          </a:p>
        </p:txBody>
      </p:sp>
      <p:sp>
        <p:nvSpPr>
          <p:cNvPr id="24" name="textbox 24"/>
          <p:cNvSpPr/>
          <p:nvPr/>
        </p:nvSpPr>
        <p:spPr>
          <a:xfrm>
            <a:off x="958857" y="392087"/>
            <a:ext cx="1223645" cy="5797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4360"/>
              </a:lnSpc>
            </a:pPr>
            <a:r>
              <a:rPr sz="3200" kern="0" spc="-6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14:314</a:t>
            </a:r>
            <a:endParaRPr sz="32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762484" y="16611529"/>
            <a:ext cx="558827" cy="546171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5676876" y="16617903"/>
            <a:ext cx="546087" cy="552546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6597640" y="16649774"/>
            <a:ext cx="552457" cy="495178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7512032" y="16655966"/>
            <a:ext cx="552457" cy="47642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028722" y="1238219"/>
            <a:ext cx="476265" cy="476237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7645390" y="17240200"/>
            <a:ext cx="279372" cy="2921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051271" y="8350292"/>
            <a:ext cx="4330728" cy="5448242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356953" y="4573110"/>
            <a:ext cx="5671185" cy="20408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4200" b="1" kern="0" spc="10" dirty="0">
                <a:solidFill>
                  <a:srgbClr val="A04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一个人往往要死两次：</a:t>
            </a:r>
            <a:endParaRPr sz="4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110000"/>
              </a:lnSpc>
              <a:spcBef>
                <a:spcPts val="70"/>
              </a:spcBef>
            </a:pPr>
            <a:r>
              <a:rPr sz="4200" b="1" kern="0" spc="400" dirty="0">
                <a:solidFill>
                  <a:srgbClr val="904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不再爱，</a:t>
            </a:r>
            <a:r>
              <a:rPr sz="4200" kern="0" spc="0" dirty="0">
                <a:solidFill>
                  <a:srgbClr val="904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</a:t>
            </a:r>
            <a:r>
              <a:rPr sz="4500" b="1" kern="0" spc="180" dirty="0">
                <a:solidFill>
                  <a:srgbClr val="804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不再被爱</a:t>
            </a:r>
            <a:r>
              <a:rPr sz="4200" kern="0" spc="-2610" dirty="0">
                <a:solidFill>
                  <a:srgbClr val="904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。</a:t>
            </a:r>
            <a:endParaRPr sz="4200" dirty="0">
              <a:latin typeface="SimHei"/>
              <a:ea typeface="SimHei"/>
              <a:cs typeface="SimHei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271030" y="15448516"/>
            <a:ext cx="7724140" cy="8496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2400" b="1" kern="0" spc="3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伏尔泰|我不赞成你的观点，</a:t>
            </a:r>
            <a:r>
              <a:rPr sz="2400" kern="0" spc="-35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400" b="1" kern="0" spc="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但我誓死捍卫你说话的权利</a:t>
            </a:r>
            <a:endParaRPr sz="2400" dirty="0">
              <a:latin typeface="SimHei"/>
              <a:ea typeface="SimHei"/>
              <a:cs typeface="SimHei"/>
            </a:endParaRPr>
          </a:p>
          <a:p>
            <a:pPr marL="19050" algn="l" rtl="0" eaLnBrk="0">
              <a:lnSpc>
                <a:spcPts val="4050"/>
              </a:lnSpc>
            </a:pPr>
            <a:r>
              <a:rPr sz="2400" b="1" kern="0" spc="17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#文学#哲学#金句#与伟大的灵魂对</a:t>
            </a:r>
            <a:r>
              <a:rPr sz="2400" b="1" kern="0" spc="1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话</a:t>
            </a:r>
            <a:endParaRPr sz="2400" dirty="0">
              <a:latin typeface="SimHei"/>
              <a:ea typeface="SimHei"/>
              <a:cs typeface="SimHei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181864" y="5695923"/>
            <a:ext cx="1200134" cy="1765269"/>
          </a:xfrm>
          <a:prstGeom prst="rect">
            <a:avLst/>
          </a:prstGeom>
        </p:spPr>
      </p:pic>
      <p:sp>
        <p:nvSpPr>
          <p:cNvPr id="10" name="textbox 10"/>
          <p:cNvSpPr/>
          <p:nvPr/>
        </p:nvSpPr>
        <p:spPr>
          <a:xfrm>
            <a:off x="384113" y="11584234"/>
            <a:ext cx="4603750" cy="4775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7000"/>
              </a:lnSpc>
            </a:pPr>
            <a:r>
              <a:rPr sz="3400" b="1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〔法〕思想家、</a:t>
            </a:r>
            <a:r>
              <a:rPr sz="3400" kern="0" spc="-7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3400" b="1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文学家</a:t>
            </a:r>
            <a:endParaRPr sz="3400" dirty="0">
              <a:latin typeface="SimHei"/>
              <a:ea typeface="SimHei"/>
              <a:cs typeface="SimHei"/>
            </a:endParaRPr>
          </a:p>
        </p:txBody>
      </p:sp>
      <p:sp>
        <p:nvSpPr>
          <p:cNvPr id="12" name="textbox 12"/>
          <p:cNvSpPr/>
          <p:nvPr/>
        </p:nvSpPr>
        <p:spPr>
          <a:xfrm>
            <a:off x="971514" y="10580271"/>
            <a:ext cx="2706370" cy="5759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4200" kern="0" spc="0" dirty="0">
                <a:solidFill>
                  <a:srgbClr val="A04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——</a:t>
            </a:r>
            <a:r>
              <a:rPr sz="4200" b="1" kern="0" spc="0" dirty="0">
                <a:solidFill>
                  <a:srgbClr val="A04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伏尔泰</a:t>
            </a:r>
            <a:endParaRPr sz="4200" dirty="0">
              <a:latin typeface="SimHei"/>
              <a:ea typeface="SimHei"/>
              <a:cs typeface="SimHei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2647914" y="1391477"/>
            <a:ext cx="3043555" cy="312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2200" kern="0" spc="-40" dirty="0">
                <a:solidFill>
                  <a:srgbClr val="909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关注</a:t>
            </a:r>
            <a:r>
              <a:rPr sz="2200" kern="0" spc="170" dirty="0">
                <a:solidFill>
                  <a:srgbClr val="909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2200" kern="0" spc="-40" dirty="0">
                <a:solidFill>
                  <a:srgbClr val="586878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朋</a:t>
            </a:r>
            <a:r>
              <a:rPr sz="2200" kern="0" spc="-450" dirty="0">
                <a:solidFill>
                  <a:srgbClr val="586878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200" kern="0" spc="-40" dirty="0">
                <a:solidFill>
                  <a:srgbClr val="586878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友</a:t>
            </a:r>
            <a:r>
              <a:rPr sz="2200" kern="0" spc="-40" dirty="0">
                <a:solidFill>
                  <a:srgbClr val="586878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2200" kern="0" spc="-50" dirty="0">
                <a:solidFill>
                  <a:srgbClr val="586878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200" b="1" kern="0" spc="-5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推荐</a:t>
            </a:r>
            <a:endParaRPr sz="2200" dirty="0">
              <a:latin typeface="SimHei"/>
              <a:ea typeface="SimHei"/>
              <a:cs typeface="SimHei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22290" y="16560718"/>
            <a:ext cx="933419" cy="914414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647957" y="16795832"/>
            <a:ext cx="908022" cy="457116"/>
          </a:xfrm>
          <a:prstGeom prst="rect">
            <a:avLst/>
          </a:prstGeom>
        </p:spPr>
      </p:pic>
      <p:sp>
        <p:nvSpPr>
          <p:cNvPr id="20" name="textbox 20"/>
          <p:cNvSpPr/>
          <p:nvPr/>
        </p:nvSpPr>
        <p:spPr>
          <a:xfrm>
            <a:off x="1255329" y="16924160"/>
            <a:ext cx="2179955" cy="3352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2400" b="1" kern="0" spc="9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全球悦读</a:t>
            </a:r>
            <a:r>
              <a:rPr sz="2400" kern="0" spc="74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900" kern="0" spc="90" baseline="500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+关注</a:t>
            </a:r>
            <a:endParaRPr sz="2900" baseline="5000" dirty="0">
              <a:latin typeface="SimHei"/>
              <a:ea typeface="SimHei"/>
              <a:cs typeface="SimHei"/>
            </a:endParaRPr>
          </a:p>
        </p:txBody>
      </p:sp>
      <p:sp>
        <p:nvSpPr>
          <p:cNvPr id="22" name="textbox 22"/>
          <p:cNvSpPr/>
          <p:nvPr/>
        </p:nvSpPr>
        <p:spPr>
          <a:xfrm>
            <a:off x="958857" y="392087"/>
            <a:ext cx="1223645" cy="5797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4360"/>
              </a:lnSpc>
            </a:pPr>
            <a:r>
              <a:rPr sz="3200" kern="0" spc="-6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14:314</a:t>
            </a:r>
            <a:endParaRPr sz="32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762484" y="16611529"/>
            <a:ext cx="558827" cy="546171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5676876" y="16617903"/>
            <a:ext cx="546087" cy="552546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6597640" y="16649774"/>
            <a:ext cx="552457" cy="495178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7512032" y="16655966"/>
            <a:ext cx="552457" cy="47642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028722" y="1238219"/>
            <a:ext cx="476265" cy="476237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7645390" y="17240200"/>
            <a:ext cx="279372" cy="29211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064012" y="8324795"/>
            <a:ext cx="4298959" cy="5524549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350946" y="4894072"/>
            <a:ext cx="5697220" cy="12973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6000"/>
              </a:lnSpc>
            </a:pPr>
            <a:r>
              <a:rPr sz="4400" b="1" kern="0" spc="140" dirty="0">
                <a:solidFill>
                  <a:srgbClr val="A04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只能取悦于人的眼睛</a:t>
            </a:r>
            <a:r>
              <a:rPr sz="4200" kern="0" spc="-2980" dirty="0">
                <a:solidFill>
                  <a:srgbClr val="A04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</a:t>
            </a:r>
            <a:endParaRPr sz="4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5495"/>
              </a:lnSpc>
            </a:pPr>
            <a:r>
              <a:rPr sz="4400" b="1" kern="0" spc="80" dirty="0">
                <a:solidFill>
                  <a:srgbClr val="804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而内在的美</a:t>
            </a:r>
            <a:endParaRPr sz="4400" dirty="0">
              <a:latin typeface="SimHei"/>
              <a:ea typeface="SimHei"/>
              <a:cs typeface="SimHei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271030" y="15448516"/>
            <a:ext cx="7724140" cy="8496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2400" b="1" kern="0" spc="3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伏尔泰|我不赞成你的观点，</a:t>
            </a:r>
            <a:r>
              <a:rPr sz="2400" kern="0" spc="-35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400" b="1" kern="0" spc="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但我誓死捍卫你说话的权利</a:t>
            </a:r>
            <a:endParaRPr sz="2400" dirty="0">
              <a:latin typeface="SimHei"/>
              <a:ea typeface="SimHei"/>
              <a:cs typeface="SimHei"/>
            </a:endParaRPr>
          </a:p>
          <a:p>
            <a:pPr marL="19050" algn="l" rtl="0" eaLnBrk="0">
              <a:lnSpc>
                <a:spcPts val="4050"/>
              </a:lnSpc>
            </a:pPr>
            <a:r>
              <a:rPr sz="2400" b="1" kern="0" spc="17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#文学#哲学#金句#与伟大的灵魂对</a:t>
            </a:r>
            <a:r>
              <a:rPr sz="2400" b="1" kern="0" spc="1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话</a:t>
            </a:r>
            <a:endParaRPr sz="2400" dirty="0">
              <a:latin typeface="SimHei"/>
              <a:ea typeface="SimHei"/>
              <a:cs typeface="SimHei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350946" y="6258348"/>
            <a:ext cx="5056505" cy="6686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6000"/>
              </a:lnSpc>
            </a:pPr>
            <a:r>
              <a:rPr sz="4400" b="1" kern="0" spc="100" dirty="0">
                <a:solidFill>
                  <a:srgbClr val="A04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却能感染人的灵魂</a:t>
            </a:r>
            <a:r>
              <a:rPr sz="4400" kern="0" spc="-1100" dirty="0">
                <a:solidFill>
                  <a:srgbClr val="A04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4900" kern="0" spc="-2570" dirty="0">
                <a:solidFill>
                  <a:srgbClr val="904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○</a:t>
            </a:r>
            <a:endParaRPr sz="4900" dirty="0">
              <a:latin typeface="SimHei"/>
              <a:ea typeface="SimHei"/>
              <a:cs typeface="SimHei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647957" y="16795832"/>
            <a:ext cx="908022" cy="457116"/>
          </a:xfrm>
          <a:prstGeom prst="rect">
            <a:avLst/>
          </a:prstGeom>
        </p:spPr>
      </p:pic>
      <p:sp>
        <p:nvSpPr>
          <p:cNvPr id="12" name="textbox 12"/>
          <p:cNvSpPr/>
          <p:nvPr/>
        </p:nvSpPr>
        <p:spPr>
          <a:xfrm>
            <a:off x="209590" y="16548018"/>
            <a:ext cx="3225800" cy="9404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45515" algn="l" rtl="0" eaLnBrk="0">
              <a:lnSpc>
                <a:spcPct val="85000"/>
              </a:lnSpc>
              <a:spcBef>
                <a:spcPts val="0"/>
              </a:spcBef>
              <a:tabLst>
                <a:tab pos="1057910" algn="l"/>
              </a:tabLst>
            </a:pPr>
            <a:r>
              <a:rPr sz="2400" kern="0" spc="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2400" b="1" kern="0" spc="9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全球悦读</a:t>
            </a:r>
            <a:r>
              <a:rPr sz="2400" kern="0" spc="75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900" kern="0" spc="90" baseline="500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+关注</a:t>
            </a:r>
            <a:endParaRPr sz="2900" baseline="5000" dirty="0">
              <a:latin typeface="SimHei"/>
              <a:ea typeface="SimHei"/>
              <a:cs typeface="SimHei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22290" y="16560718"/>
            <a:ext cx="933419" cy="914414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181864" y="5689548"/>
            <a:ext cx="1200134" cy="1771644"/>
          </a:xfrm>
          <a:prstGeom prst="rect">
            <a:avLst/>
          </a:prstGeom>
        </p:spPr>
      </p:pic>
      <p:sp>
        <p:nvSpPr>
          <p:cNvPr id="18" name="textbox 18"/>
          <p:cNvSpPr/>
          <p:nvPr/>
        </p:nvSpPr>
        <p:spPr>
          <a:xfrm>
            <a:off x="377743" y="11584234"/>
            <a:ext cx="4610100" cy="4775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7000"/>
              </a:lnSpc>
            </a:pPr>
            <a:r>
              <a:rPr sz="3400" b="1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〔法〕思想家、</a:t>
            </a:r>
            <a:r>
              <a:rPr sz="3400" kern="0" spc="-7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3400" b="1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文学家</a:t>
            </a:r>
            <a:endParaRPr sz="3400" dirty="0">
              <a:latin typeface="SimHei"/>
              <a:ea typeface="SimHei"/>
              <a:cs typeface="SimHei"/>
            </a:endParaRPr>
          </a:p>
        </p:txBody>
      </p:sp>
      <p:sp>
        <p:nvSpPr>
          <p:cNvPr id="20" name="textbox 20"/>
          <p:cNvSpPr/>
          <p:nvPr/>
        </p:nvSpPr>
        <p:spPr>
          <a:xfrm>
            <a:off x="971514" y="10580271"/>
            <a:ext cx="2706370" cy="5759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4200" kern="0" spc="0" dirty="0">
                <a:solidFill>
                  <a:srgbClr val="A04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——</a:t>
            </a:r>
            <a:r>
              <a:rPr sz="4200" b="1" kern="0" spc="0" dirty="0">
                <a:solidFill>
                  <a:srgbClr val="A04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伏尔泰</a:t>
            </a:r>
            <a:endParaRPr sz="4200" dirty="0">
              <a:latin typeface="SimHei"/>
              <a:ea typeface="SimHei"/>
              <a:cs typeface="SimHei"/>
            </a:endParaRPr>
          </a:p>
        </p:txBody>
      </p:sp>
      <p:sp>
        <p:nvSpPr>
          <p:cNvPr id="22" name="textbox 22"/>
          <p:cNvSpPr/>
          <p:nvPr/>
        </p:nvSpPr>
        <p:spPr>
          <a:xfrm>
            <a:off x="350946" y="4207851"/>
            <a:ext cx="2301240" cy="6019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4400" b="1" kern="0" spc="50" dirty="0">
                <a:solidFill>
                  <a:srgbClr val="804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外表的美</a:t>
            </a:r>
            <a:endParaRPr sz="4400" dirty="0">
              <a:latin typeface="SimHei"/>
              <a:ea typeface="SimHei"/>
              <a:cs typeface="SimHei"/>
            </a:endParaRPr>
          </a:p>
        </p:txBody>
      </p:sp>
      <p:sp>
        <p:nvSpPr>
          <p:cNvPr id="24" name="textbox 24"/>
          <p:cNvSpPr/>
          <p:nvPr/>
        </p:nvSpPr>
        <p:spPr>
          <a:xfrm>
            <a:off x="2647914" y="1350199"/>
            <a:ext cx="3043555" cy="350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9000"/>
              </a:lnSpc>
            </a:pPr>
            <a:r>
              <a:rPr sz="3300" kern="0" spc="20" baseline="500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关注</a:t>
            </a:r>
            <a:r>
              <a:rPr sz="2100" kern="0" spc="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</a:t>
            </a:r>
            <a:r>
              <a:rPr sz="3300" b="1" kern="0" spc="20" baseline="-500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推荐</a:t>
            </a:r>
            <a:endParaRPr sz="3300" baseline="-5000" dirty="0">
              <a:latin typeface="SimHei"/>
              <a:ea typeface="SimHei"/>
              <a:cs typeface="SimHei"/>
            </a:endParaRPr>
          </a:p>
        </p:txBody>
      </p:sp>
      <p:sp>
        <p:nvSpPr>
          <p:cNvPr id="26" name="textbox 26"/>
          <p:cNvSpPr/>
          <p:nvPr/>
        </p:nvSpPr>
        <p:spPr>
          <a:xfrm>
            <a:off x="958857" y="392087"/>
            <a:ext cx="1223645" cy="5797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4360"/>
              </a:lnSpc>
            </a:pPr>
            <a:r>
              <a:rPr sz="3200" kern="0" spc="-6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14:314</a:t>
            </a:r>
            <a:endParaRPr sz="32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762484" y="16611529"/>
            <a:ext cx="558827" cy="546171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5676876" y="16617903"/>
            <a:ext cx="546087" cy="552546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6597640" y="16649774"/>
            <a:ext cx="552457" cy="495178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7512032" y="16655966"/>
            <a:ext cx="552457" cy="47642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7645390" y="17240200"/>
            <a:ext cx="279372" cy="292117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1275</Words>
  <Application>WPS Office WWO_wpscloud_20260304171156-29335b6cb8</Application>
  <PresentationFormat>宽屏</PresentationFormat>
  <Paragraphs>165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汉仪旗黑KW 55S</vt:lpstr>
      <vt:lpstr>汉仪书宋二KW</vt:lpstr>
      <vt:lpstr>Kingsoft Confetti</vt:lpstr>
      <vt:lpstr>Arial</vt:lpstr>
      <vt:lpstr>SimHei</vt:lpstr>
      <vt:lpstr>MS Gothic</vt:lpstr>
      <vt:lpstr>Noto Sans Mono</vt:lpstr>
      <vt:lpstr>Office 主题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dcterms:created xsi:type="dcterms:W3CDTF">2026-03-12T04:09:50Z</dcterms:created>
  <dcterms:modified xsi:type="dcterms:W3CDTF">2026-03-12T04:09:50Z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2052-12.9.0.25379</vt:lpwstr>
  </property>
  <property fmtid="{D5CDD505-2E9C-101B-9397-08002B2CF9AE}" pid="3" name="ICV">
    <vt:lpwstr>BB517200BD637DDB8E3CB269697AF3DB_42</vt:lpwstr>
  </property>
</Properties>
</file>